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24"/>
  </p:notesMasterIdLst>
  <p:handoutMasterIdLst>
    <p:handoutMasterId r:id="rId25"/>
  </p:handoutMasterIdLst>
  <p:sldIdLst>
    <p:sldId id="436" r:id="rId5"/>
    <p:sldId id="449" r:id="rId6"/>
    <p:sldId id="448" r:id="rId7"/>
    <p:sldId id="442" r:id="rId8"/>
    <p:sldId id="443" r:id="rId9"/>
    <p:sldId id="445" r:id="rId10"/>
    <p:sldId id="446" r:id="rId11"/>
    <p:sldId id="447" r:id="rId12"/>
    <p:sldId id="450" r:id="rId13"/>
    <p:sldId id="458" r:id="rId14"/>
    <p:sldId id="464" r:id="rId15"/>
    <p:sldId id="466" r:id="rId16"/>
    <p:sldId id="465" r:id="rId17"/>
    <p:sldId id="459" r:id="rId18"/>
    <p:sldId id="460" r:id="rId19"/>
    <p:sldId id="461" r:id="rId20"/>
    <p:sldId id="462" r:id="rId21"/>
    <p:sldId id="451" r:id="rId22"/>
    <p:sldId id="452"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18187"/>
    <a:srgbClr val="0C4046"/>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0E3FDE45-AF77-4B5C-9715-49D594BDF05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029" autoAdjust="0"/>
    <p:restoredTop sz="95394" autoAdjust="0"/>
  </p:normalViewPr>
  <p:slideViewPr>
    <p:cSldViewPr snapToGrid="0">
      <p:cViewPr varScale="1">
        <p:scale>
          <a:sx n="75" d="100"/>
          <a:sy n="75" d="100"/>
        </p:scale>
        <p:origin x="845" y="53"/>
      </p:cViewPr>
      <p:guideLst/>
    </p:cSldViewPr>
  </p:slideViewPr>
  <p:outlineViewPr>
    <p:cViewPr>
      <p:scale>
        <a:sx n="33" d="100"/>
        <a:sy n="33" d="100"/>
      </p:scale>
      <p:origin x="0" y="-17146"/>
    </p:cViewPr>
  </p:outlineViewPr>
  <p:notesTextViewPr>
    <p:cViewPr>
      <p:scale>
        <a:sx n="1" d="1"/>
        <a:sy n="1" d="1"/>
      </p:scale>
      <p:origin x="0" y="0"/>
    </p:cViewPr>
  </p:notesTextViewPr>
  <p:sorterViewPr>
    <p:cViewPr varScale="1">
      <p:scale>
        <a:sx n="1" d="1"/>
        <a:sy n="1" d="1"/>
      </p:scale>
      <p:origin x="0" y="-871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7A75B97-09FC-4547-A534-C3DDFB7AEFBB}"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821B76BD-D7B6-468A-A2DF-16B62B7D07AC}">
      <dgm:prSet/>
      <dgm:spPr/>
      <dgm:t>
        <a:bodyPr/>
        <a:lstStyle/>
        <a:p>
          <a:r>
            <a:rPr lang="en-US"/>
            <a:t>Introduction</a:t>
          </a:r>
        </a:p>
      </dgm:t>
    </dgm:pt>
    <dgm:pt modelId="{BF0C4505-DBCE-4201-B2B9-29EDE15A2383}" type="parTrans" cxnId="{689518D4-6055-455B-B197-7790364D814A}">
      <dgm:prSet/>
      <dgm:spPr/>
      <dgm:t>
        <a:bodyPr/>
        <a:lstStyle/>
        <a:p>
          <a:endParaRPr lang="en-US"/>
        </a:p>
      </dgm:t>
    </dgm:pt>
    <dgm:pt modelId="{F7C1281F-D64A-4F77-85B1-7ABBC093EF0C}" type="sibTrans" cxnId="{689518D4-6055-455B-B197-7790364D814A}">
      <dgm:prSet/>
      <dgm:spPr/>
      <dgm:t>
        <a:bodyPr/>
        <a:lstStyle/>
        <a:p>
          <a:endParaRPr lang="en-US"/>
        </a:p>
      </dgm:t>
    </dgm:pt>
    <dgm:pt modelId="{B31C2AC4-BDB4-4702-A25F-77993A675733}">
      <dgm:prSet/>
      <dgm:spPr/>
      <dgm:t>
        <a:bodyPr/>
        <a:lstStyle/>
        <a:p>
          <a:r>
            <a:rPr lang="en-US"/>
            <a:t>Problem Statement</a:t>
          </a:r>
        </a:p>
      </dgm:t>
    </dgm:pt>
    <dgm:pt modelId="{B19C72B7-2AFB-4464-BD56-CCD40BA29F5B}" type="parTrans" cxnId="{BF910A2E-C77E-4FAC-A233-FA41FD77FE94}">
      <dgm:prSet/>
      <dgm:spPr/>
      <dgm:t>
        <a:bodyPr/>
        <a:lstStyle/>
        <a:p>
          <a:endParaRPr lang="en-US"/>
        </a:p>
      </dgm:t>
    </dgm:pt>
    <dgm:pt modelId="{99DC00C2-0648-4578-B7C7-FB64198A580A}" type="sibTrans" cxnId="{BF910A2E-C77E-4FAC-A233-FA41FD77FE94}">
      <dgm:prSet/>
      <dgm:spPr/>
      <dgm:t>
        <a:bodyPr/>
        <a:lstStyle/>
        <a:p>
          <a:endParaRPr lang="en-US"/>
        </a:p>
      </dgm:t>
    </dgm:pt>
    <dgm:pt modelId="{2988CE73-F365-4139-8CFD-40637D4F9031}">
      <dgm:prSet/>
      <dgm:spPr/>
      <dgm:t>
        <a:bodyPr/>
        <a:lstStyle/>
        <a:p>
          <a:r>
            <a:rPr lang="en-US"/>
            <a:t>Objectives</a:t>
          </a:r>
        </a:p>
      </dgm:t>
    </dgm:pt>
    <dgm:pt modelId="{6AFD631D-76A7-44A4-8440-FF27829C4A34}" type="parTrans" cxnId="{08820AEF-E0D3-4591-800C-88E28448FF39}">
      <dgm:prSet/>
      <dgm:spPr/>
      <dgm:t>
        <a:bodyPr/>
        <a:lstStyle/>
        <a:p>
          <a:endParaRPr lang="en-US"/>
        </a:p>
      </dgm:t>
    </dgm:pt>
    <dgm:pt modelId="{69F257F9-4083-42A3-AA5F-BFF8880C953B}" type="sibTrans" cxnId="{08820AEF-E0D3-4591-800C-88E28448FF39}">
      <dgm:prSet/>
      <dgm:spPr/>
      <dgm:t>
        <a:bodyPr/>
        <a:lstStyle/>
        <a:p>
          <a:endParaRPr lang="en-US"/>
        </a:p>
      </dgm:t>
    </dgm:pt>
    <dgm:pt modelId="{0F0D692A-F8A1-45C0-A020-6384C28FD54D}">
      <dgm:prSet/>
      <dgm:spPr/>
      <dgm:t>
        <a:bodyPr/>
        <a:lstStyle/>
        <a:p>
          <a:r>
            <a:rPr lang="en-US" dirty="0"/>
            <a:t>Development Methodology</a:t>
          </a:r>
        </a:p>
      </dgm:t>
    </dgm:pt>
    <dgm:pt modelId="{CED41EAB-15F9-434F-952C-D9E10CE939C4}" type="parTrans" cxnId="{83315239-2EA6-4600-99E4-57DD394A9339}">
      <dgm:prSet/>
      <dgm:spPr/>
      <dgm:t>
        <a:bodyPr/>
        <a:lstStyle/>
        <a:p>
          <a:endParaRPr lang="en-US"/>
        </a:p>
      </dgm:t>
    </dgm:pt>
    <dgm:pt modelId="{8D698990-EDAB-44E8-8A4D-F583BBC01A04}" type="sibTrans" cxnId="{83315239-2EA6-4600-99E4-57DD394A9339}">
      <dgm:prSet/>
      <dgm:spPr/>
      <dgm:t>
        <a:bodyPr/>
        <a:lstStyle/>
        <a:p>
          <a:endParaRPr lang="en-US"/>
        </a:p>
      </dgm:t>
    </dgm:pt>
    <dgm:pt modelId="{C3862212-9209-41DF-88BE-2905A08CEE6B}">
      <dgm:prSet/>
      <dgm:spPr/>
      <dgm:t>
        <a:bodyPr/>
        <a:lstStyle/>
        <a:p>
          <a:r>
            <a:rPr lang="en-US" dirty="0"/>
            <a:t>Future Work</a:t>
          </a:r>
        </a:p>
      </dgm:t>
    </dgm:pt>
    <dgm:pt modelId="{B27C7E61-6985-4AF8-A3D5-A58C86ED98AC}" type="sibTrans" cxnId="{12C94E87-56FC-4302-9CE5-F6C88CE23AEF}">
      <dgm:prSet/>
      <dgm:spPr/>
      <dgm:t>
        <a:bodyPr/>
        <a:lstStyle/>
        <a:p>
          <a:endParaRPr lang="en-US"/>
        </a:p>
      </dgm:t>
    </dgm:pt>
    <dgm:pt modelId="{40A2CCCD-F17A-4935-84F1-EA3C22E942E8}" type="parTrans" cxnId="{12C94E87-56FC-4302-9CE5-F6C88CE23AEF}">
      <dgm:prSet/>
      <dgm:spPr/>
      <dgm:t>
        <a:bodyPr/>
        <a:lstStyle/>
        <a:p>
          <a:endParaRPr lang="en-US"/>
        </a:p>
      </dgm:t>
    </dgm:pt>
    <dgm:pt modelId="{D8508D8C-660C-4E02-A81B-534058873C93}">
      <dgm:prSet/>
      <dgm:spPr/>
      <dgm:t>
        <a:bodyPr/>
        <a:lstStyle/>
        <a:p>
          <a:r>
            <a:rPr lang="en-US" dirty="0"/>
            <a:t>System Architecture</a:t>
          </a:r>
        </a:p>
      </dgm:t>
    </dgm:pt>
    <dgm:pt modelId="{0F6D8309-C11C-40C2-A95A-B497D7452864}" type="sibTrans" cxnId="{4F518712-88E0-46CE-B058-550CD44BA579}">
      <dgm:prSet/>
      <dgm:spPr/>
      <dgm:t>
        <a:bodyPr/>
        <a:lstStyle/>
        <a:p>
          <a:endParaRPr lang="en-US"/>
        </a:p>
      </dgm:t>
    </dgm:pt>
    <dgm:pt modelId="{1D0BB924-EFCB-4867-83BE-99BFDDADD2C7}" type="parTrans" cxnId="{4F518712-88E0-46CE-B058-550CD44BA579}">
      <dgm:prSet/>
      <dgm:spPr/>
      <dgm:t>
        <a:bodyPr/>
        <a:lstStyle/>
        <a:p>
          <a:endParaRPr lang="en-US"/>
        </a:p>
      </dgm:t>
    </dgm:pt>
    <dgm:pt modelId="{3EB49D9C-9492-433E-B326-07830FA09180}">
      <dgm:prSet/>
      <dgm:spPr/>
      <dgm:t>
        <a:bodyPr/>
        <a:lstStyle/>
        <a:p>
          <a:endParaRPr lang="en-US"/>
        </a:p>
      </dgm:t>
    </dgm:pt>
    <dgm:pt modelId="{A5262DAF-3FD4-4E28-8BFA-CDC25355DC29}" type="parTrans" cxnId="{B212AA1E-EF73-4494-90ED-5EBA4669D2F1}">
      <dgm:prSet/>
      <dgm:spPr/>
      <dgm:t>
        <a:bodyPr/>
        <a:lstStyle/>
        <a:p>
          <a:endParaRPr lang="en-US"/>
        </a:p>
      </dgm:t>
    </dgm:pt>
    <dgm:pt modelId="{143340EE-50B0-4E8E-9022-98123F5E5763}" type="sibTrans" cxnId="{B212AA1E-EF73-4494-90ED-5EBA4669D2F1}">
      <dgm:prSet/>
      <dgm:spPr/>
      <dgm:t>
        <a:bodyPr/>
        <a:lstStyle/>
        <a:p>
          <a:endParaRPr lang="en-US"/>
        </a:p>
      </dgm:t>
    </dgm:pt>
    <dgm:pt modelId="{EF28B03E-2BDE-43D9-8A8F-C2A15A9E5628}">
      <dgm:prSet/>
      <dgm:spPr/>
      <dgm:t>
        <a:bodyPr/>
        <a:lstStyle/>
        <a:p>
          <a:r>
            <a:rPr lang="en-US" dirty="0"/>
            <a:t>Results</a:t>
          </a:r>
        </a:p>
      </dgm:t>
    </dgm:pt>
    <dgm:pt modelId="{6C980381-3DCB-4B52-833E-526A5DAFDA70}" type="parTrans" cxnId="{680F5F0E-1074-4F3A-AD5A-4B10F56EF936}">
      <dgm:prSet/>
      <dgm:spPr/>
      <dgm:t>
        <a:bodyPr/>
        <a:lstStyle/>
        <a:p>
          <a:endParaRPr lang="en-US"/>
        </a:p>
      </dgm:t>
    </dgm:pt>
    <dgm:pt modelId="{265F66FD-C1F4-44F0-87B0-D6B0E745024F}" type="sibTrans" cxnId="{680F5F0E-1074-4F3A-AD5A-4B10F56EF936}">
      <dgm:prSet/>
      <dgm:spPr/>
      <dgm:t>
        <a:bodyPr/>
        <a:lstStyle/>
        <a:p>
          <a:endParaRPr lang="en-US"/>
        </a:p>
      </dgm:t>
    </dgm:pt>
    <dgm:pt modelId="{03A25DAA-8F77-406F-9CA3-C4FC0308F935}" type="pres">
      <dgm:prSet presAssocID="{17A75B97-09FC-4547-A534-C3DDFB7AEFBB}" presName="linear" presStyleCnt="0">
        <dgm:presLayoutVars>
          <dgm:dir/>
          <dgm:animLvl val="lvl"/>
          <dgm:resizeHandles val="exact"/>
        </dgm:presLayoutVars>
      </dgm:prSet>
      <dgm:spPr/>
    </dgm:pt>
    <dgm:pt modelId="{795BB782-434A-4740-9F87-0002E81FDE19}" type="pres">
      <dgm:prSet presAssocID="{821B76BD-D7B6-468A-A2DF-16B62B7D07AC}" presName="parentLin" presStyleCnt="0"/>
      <dgm:spPr/>
    </dgm:pt>
    <dgm:pt modelId="{C5C0114E-9E9A-4FB8-B402-4FDCF0495080}" type="pres">
      <dgm:prSet presAssocID="{821B76BD-D7B6-468A-A2DF-16B62B7D07AC}" presName="parentLeftMargin" presStyleLbl="node1" presStyleIdx="0" presStyleCnt="7"/>
      <dgm:spPr/>
    </dgm:pt>
    <dgm:pt modelId="{D8166B2C-3814-4FB8-AD6C-0680FD35E2B3}" type="pres">
      <dgm:prSet presAssocID="{821B76BD-D7B6-468A-A2DF-16B62B7D07AC}" presName="parentText" presStyleLbl="node1" presStyleIdx="0" presStyleCnt="7">
        <dgm:presLayoutVars>
          <dgm:chMax val="0"/>
          <dgm:bulletEnabled val="1"/>
        </dgm:presLayoutVars>
      </dgm:prSet>
      <dgm:spPr/>
    </dgm:pt>
    <dgm:pt modelId="{51C933C1-48B1-4231-B934-EC301D368C38}" type="pres">
      <dgm:prSet presAssocID="{821B76BD-D7B6-468A-A2DF-16B62B7D07AC}" presName="negativeSpace" presStyleCnt="0"/>
      <dgm:spPr/>
    </dgm:pt>
    <dgm:pt modelId="{209829DF-801B-4ABE-B7D6-9A79B9ED47FE}" type="pres">
      <dgm:prSet presAssocID="{821B76BD-D7B6-468A-A2DF-16B62B7D07AC}" presName="childText" presStyleLbl="conFgAcc1" presStyleIdx="0" presStyleCnt="7">
        <dgm:presLayoutVars>
          <dgm:bulletEnabled val="1"/>
        </dgm:presLayoutVars>
      </dgm:prSet>
      <dgm:spPr/>
    </dgm:pt>
    <dgm:pt modelId="{B4439BD6-F49D-4E4B-B34C-486B96D88260}" type="pres">
      <dgm:prSet presAssocID="{F7C1281F-D64A-4F77-85B1-7ABBC093EF0C}" presName="spaceBetweenRectangles" presStyleCnt="0"/>
      <dgm:spPr/>
    </dgm:pt>
    <dgm:pt modelId="{E2BDE1C4-7582-43E6-9964-77053A904828}" type="pres">
      <dgm:prSet presAssocID="{B31C2AC4-BDB4-4702-A25F-77993A675733}" presName="parentLin" presStyleCnt="0"/>
      <dgm:spPr/>
    </dgm:pt>
    <dgm:pt modelId="{D213FB70-9B3F-4184-9EC4-20A94B8360DA}" type="pres">
      <dgm:prSet presAssocID="{B31C2AC4-BDB4-4702-A25F-77993A675733}" presName="parentLeftMargin" presStyleLbl="node1" presStyleIdx="0" presStyleCnt="7"/>
      <dgm:spPr/>
    </dgm:pt>
    <dgm:pt modelId="{8554FD38-E9DF-4484-9372-41809E6B303B}" type="pres">
      <dgm:prSet presAssocID="{B31C2AC4-BDB4-4702-A25F-77993A675733}" presName="parentText" presStyleLbl="node1" presStyleIdx="1" presStyleCnt="7">
        <dgm:presLayoutVars>
          <dgm:chMax val="0"/>
          <dgm:bulletEnabled val="1"/>
        </dgm:presLayoutVars>
      </dgm:prSet>
      <dgm:spPr/>
    </dgm:pt>
    <dgm:pt modelId="{30975E31-A1C9-46F3-9BF3-ED9E140CC667}" type="pres">
      <dgm:prSet presAssocID="{B31C2AC4-BDB4-4702-A25F-77993A675733}" presName="negativeSpace" presStyleCnt="0"/>
      <dgm:spPr/>
    </dgm:pt>
    <dgm:pt modelId="{722F95B0-1714-4DD3-B871-324C03DB746A}" type="pres">
      <dgm:prSet presAssocID="{B31C2AC4-BDB4-4702-A25F-77993A675733}" presName="childText" presStyleLbl="conFgAcc1" presStyleIdx="1" presStyleCnt="7">
        <dgm:presLayoutVars>
          <dgm:bulletEnabled val="1"/>
        </dgm:presLayoutVars>
      </dgm:prSet>
      <dgm:spPr/>
    </dgm:pt>
    <dgm:pt modelId="{9F7CD7C1-5F0F-460F-B0EB-2C60F6F4059B}" type="pres">
      <dgm:prSet presAssocID="{99DC00C2-0648-4578-B7C7-FB64198A580A}" presName="spaceBetweenRectangles" presStyleCnt="0"/>
      <dgm:spPr/>
    </dgm:pt>
    <dgm:pt modelId="{1ECC6A02-EF00-43D2-9A61-BF92DF3737DD}" type="pres">
      <dgm:prSet presAssocID="{2988CE73-F365-4139-8CFD-40637D4F9031}" presName="parentLin" presStyleCnt="0"/>
      <dgm:spPr/>
    </dgm:pt>
    <dgm:pt modelId="{EC72DAC7-13B0-4CCA-9119-D4F07C35C946}" type="pres">
      <dgm:prSet presAssocID="{2988CE73-F365-4139-8CFD-40637D4F9031}" presName="parentLeftMargin" presStyleLbl="node1" presStyleIdx="1" presStyleCnt="7"/>
      <dgm:spPr/>
    </dgm:pt>
    <dgm:pt modelId="{30CCA99F-1656-4BE9-8CA7-CD0C4B677CCE}" type="pres">
      <dgm:prSet presAssocID="{2988CE73-F365-4139-8CFD-40637D4F9031}" presName="parentText" presStyleLbl="node1" presStyleIdx="2" presStyleCnt="7">
        <dgm:presLayoutVars>
          <dgm:chMax val="0"/>
          <dgm:bulletEnabled val="1"/>
        </dgm:presLayoutVars>
      </dgm:prSet>
      <dgm:spPr/>
    </dgm:pt>
    <dgm:pt modelId="{071D754F-0F4E-4344-8656-3247EE488D6E}" type="pres">
      <dgm:prSet presAssocID="{2988CE73-F365-4139-8CFD-40637D4F9031}" presName="negativeSpace" presStyleCnt="0"/>
      <dgm:spPr/>
    </dgm:pt>
    <dgm:pt modelId="{25952441-6E0A-4B81-9A92-42B0DD9F85C3}" type="pres">
      <dgm:prSet presAssocID="{2988CE73-F365-4139-8CFD-40637D4F9031}" presName="childText" presStyleLbl="conFgAcc1" presStyleIdx="2" presStyleCnt="7">
        <dgm:presLayoutVars>
          <dgm:bulletEnabled val="1"/>
        </dgm:presLayoutVars>
      </dgm:prSet>
      <dgm:spPr/>
    </dgm:pt>
    <dgm:pt modelId="{22C3A3E0-463C-46ED-9F3F-49CB408E1BCC}" type="pres">
      <dgm:prSet presAssocID="{69F257F9-4083-42A3-AA5F-BFF8880C953B}" presName="spaceBetweenRectangles" presStyleCnt="0"/>
      <dgm:spPr/>
    </dgm:pt>
    <dgm:pt modelId="{A9C71416-EF2C-427E-B1A3-4E74BB1D7945}" type="pres">
      <dgm:prSet presAssocID="{0F0D692A-F8A1-45C0-A020-6384C28FD54D}" presName="parentLin" presStyleCnt="0"/>
      <dgm:spPr/>
    </dgm:pt>
    <dgm:pt modelId="{3AC65553-D759-4B43-A198-987505E8EBE5}" type="pres">
      <dgm:prSet presAssocID="{0F0D692A-F8A1-45C0-A020-6384C28FD54D}" presName="parentLeftMargin" presStyleLbl="node1" presStyleIdx="2" presStyleCnt="7"/>
      <dgm:spPr/>
    </dgm:pt>
    <dgm:pt modelId="{D8741F55-53A6-4835-A527-D691B2EDED72}" type="pres">
      <dgm:prSet presAssocID="{0F0D692A-F8A1-45C0-A020-6384C28FD54D}" presName="parentText" presStyleLbl="node1" presStyleIdx="3" presStyleCnt="7">
        <dgm:presLayoutVars>
          <dgm:chMax val="0"/>
          <dgm:bulletEnabled val="1"/>
        </dgm:presLayoutVars>
      </dgm:prSet>
      <dgm:spPr/>
    </dgm:pt>
    <dgm:pt modelId="{757186EB-9168-459D-844F-1BE4F9FA24C8}" type="pres">
      <dgm:prSet presAssocID="{0F0D692A-F8A1-45C0-A020-6384C28FD54D}" presName="negativeSpace" presStyleCnt="0"/>
      <dgm:spPr/>
    </dgm:pt>
    <dgm:pt modelId="{8B253C98-9A59-4DC4-BFD8-FDF26B0D1AC1}" type="pres">
      <dgm:prSet presAssocID="{0F0D692A-F8A1-45C0-A020-6384C28FD54D}" presName="childText" presStyleLbl="conFgAcc1" presStyleIdx="3" presStyleCnt="7">
        <dgm:presLayoutVars>
          <dgm:bulletEnabled val="1"/>
        </dgm:presLayoutVars>
      </dgm:prSet>
      <dgm:spPr/>
    </dgm:pt>
    <dgm:pt modelId="{82A50EDD-104C-46DC-8925-F5741C0F2814}" type="pres">
      <dgm:prSet presAssocID="{8D698990-EDAB-44E8-8A4D-F583BBC01A04}" presName="spaceBetweenRectangles" presStyleCnt="0"/>
      <dgm:spPr/>
    </dgm:pt>
    <dgm:pt modelId="{7422CDF8-71E4-4DAF-89AC-4F09B36270D8}" type="pres">
      <dgm:prSet presAssocID="{D8508D8C-660C-4E02-A81B-534058873C93}" presName="parentLin" presStyleCnt="0"/>
      <dgm:spPr/>
    </dgm:pt>
    <dgm:pt modelId="{B1E1D66A-666C-4D64-BACC-4F033CA2ECE3}" type="pres">
      <dgm:prSet presAssocID="{D8508D8C-660C-4E02-A81B-534058873C93}" presName="parentLeftMargin" presStyleLbl="node1" presStyleIdx="3" presStyleCnt="7"/>
      <dgm:spPr/>
    </dgm:pt>
    <dgm:pt modelId="{1537C499-D412-492D-83AB-8283C6C8C511}" type="pres">
      <dgm:prSet presAssocID="{D8508D8C-660C-4E02-A81B-534058873C93}" presName="parentText" presStyleLbl="node1" presStyleIdx="4" presStyleCnt="7">
        <dgm:presLayoutVars>
          <dgm:chMax val="0"/>
          <dgm:bulletEnabled val="1"/>
        </dgm:presLayoutVars>
      </dgm:prSet>
      <dgm:spPr/>
    </dgm:pt>
    <dgm:pt modelId="{93A8FE32-043E-415B-8B5E-FD3EED1FDA67}" type="pres">
      <dgm:prSet presAssocID="{D8508D8C-660C-4E02-A81B-534058873C93}" presName="negativeSpace" presStyleCnt="0"/>
      <dgm:spPr/>
    </dgm:pt>
    <dgm:pt modelId="{5B0069FE-B6A4-4634-85BB-7889FCAF1795}" type="pres">
      <dgm:prSet presAssocID="{D8508D8C-660C-4E02-A81B-534058873C93}" presName="childText" presStyleLbl="conFgAcc1" presStyleIdx="4" presStyleCnt="7">
        <dgm:presLayoutVars>
          <dgm:bulletEnabled val="1"/>
        </dgm:presLayoutVars>
      </dgm:prSet>
      <dgm:spPr/>
    </dgm:pt>
    <dgm:pt modelId="{0D728C9C-D904-4ABE-9919-DBF2499DBF28}" type="pres">
      <dgm:prSet presAssocID="{0F6D8309-C11C-40C2-A95A-B497D7452864}" presName="spaceBetweenRectangles" presStyleCnt="0"/>
      <dgm:spPr/>
    </dgm:pt>
    <dgm:pt modelId="{5EBB7972-A0A6-4D7B-9403-0341BF047539}" type="pres">
      <dgm:prSet presAssocID="{EF28B03E-2BDE-43D9-8A8F-C2A15A9E5628}" presName="parentLin" presStyleCnt="0"/>
      <dgm:spPr/>
    </dgm:pt>
    <dgm:pt modelId="{CB9CEFC4-DCD9-4133-8CAD-6089400A9D77}" type="pres">
      <dgm:prSet presAssocID="{EF28B03E-2BDE-43D9-8A8F-C2A15A9E5628}" presName="parentLeftMargin" presStyleLbl="node1" presStyleIdx="4" presStyleCnt="7"/>
      <dgm:spPr/>
    </dgm:pt>
    <dgm:pt modelId="{A6DCFD7C-8766-4E8D-AFBC-2412AA730393}" type="pres">
      <dgm:prSet presAssocID="{EF28B03E-2BDE-43D9-8A8F-C2A15A9E5628}" presName="parentText" presStyleLbl="node1" presStyleIdx="5" presStyleCnt="7">
        <dgm:presLayoutVars>
          <dgm:chMax val="0"/>
          <dgm:bulletEnabled val="1"/>
        </dgm:presLayoutVars>
      </dgm:prSet>
      <dgm:spPr/>
    </dgm:pt>
    <dgm:pt modelId="{1D033115-0650-459B-AEC6-02F4AC23AC53}" type="pres">
      <dgm:prSet presAssocID="{EF28B03E-2BDE-43D9-8A8F-C2A15A9E5628}" presName="negativeSpace" presStyleCnt="0"/>
      <dgm:spPr/>
    </dgm:pt>
    <dgm:pt modelId="{823476A2-1BB8-4A20-B95D-620006ADAC87}" type="pres">
      <dgm:prSet presAssocID="{EF28B03E-2BDE-43D9-8A8F-C2A15A9E5628}" presName="childText" presStyleLbl="conFgAcc1" presStyleIdx="5" presStyleCnt="7">
        <dgm:presLayoutVars>
          <dgm:bulletEnabled val="1"/>
        </dgm:presLayoutVars>
      </dgm:prSet>
      <dgm:spPr/>
    </dgm:pt>
    <dgm:pt modelId="{861B5B33-6C24-433B-B6F1-B0D68A682C8C}" type="pres">
      <dgm:prSet presAssocID="{265F66FD-C1F4-44F0-87B0-D6B0E745024F}" presName="spaceBetweenRectangles" presStyleCnt="0"/>
      <dgm:spPr/>
    </dgm:pt>
    <dgm:pt modelId="{54A4522F-AA79-4AE2-8175-4761A7F1CEEA}" type="pres">
      <dgm:prSet presAssocID="{C3862212-9209-41DF-88BE-2905A08CEE6B}" presName="parentLin" presStyleCnt="0"/>
      <dgm:spPr/>
    </dgm:pt>
    <dgm:pt modelId="{D83EA36F-2F6D-4422-B252-3402B435CA54}" type="pres">
      <dgm:prSet presAssocID="{C3862212-9209-41DF-88BE-2905A08CEE6B}" presName="parentLeftMargin" presStyleLbl="node1" presStyleIdx="5" presStyleCnt="7"/>
      <dgm:spPr/>
    </dgm:pt>
    <dgm:pt modelId="{74CFCDF9-92AA-4398-9FFF-4CB33E4A3007}" type="pres">
      <dgm:prSet presAssocID="{C3862212-9209-41DF-88BE-2905A08CEE6B}" presName="parentText" presStyleLbl="node1" presStyleIdx="6" presStyleCnt="7" custLinFactNeighborX="4099" custLinFactNeighborY="10836">
        <dgm:presLayoutVars>
          <dgm:chMax val="0"/>
          <dgm:bulletEnabled val="1"/>
        </dgm:presLayoutVars>
      </dgm:prSet>
      <dgm:spPr/>
    </dgm:pt>
    <dgm:pt modelId="{834754EB-A20B-46B6-93EF-4DD482A76D5F}" type="pres">
      <dgm:prSet presAssocID="{C3862212-9209-41DF-88BE-2905A08CEE6B}" presName="negativeSpace" presStyleCnt="0"/>
      <dgm:spPr/>
    </dgm:pt>
    <dgm:pt modelId="{268D0E71-4E92-49DD-870E-E7D9727A61CB}" type="pres">
      <dgm:prSet presAssocID="{C3862212-9209-41DF-88BE-2905A08CEE6B}" presName="childText" presStyleLbl="conFgAcc1" presStyleIdx="6" presStyleCnt="7">
        <dgm:presLayoutVars>
          <dgm:bulletEnabled val="1"/>
        </dgm:presLayoutVars>
      </dgm:prSet>
      <dgm:spPr/>
    </dgm:pt>
  </dgm:ptLst>
  <dgm:cxnLst>
    <dgm:cxn modelId="{680F5F0E-1074-4F3A-AD5A-4B10F56EF936}" srcId="{17A75B97-09FC-4547-A534-C3DDFB7AEFBB}" destId="{EF28B03E-2BDE-43D9-8A8F-C2A15A9E5628}" srcOrd="5" destOrd="0" parTransId="{6C980381-3DCB-4B52-833E-526A5DAFDA70}" sibTransId="{265F66FD-C1F4-44F0-87B0-D6B0E745024F}"/>
    <dgm:cxn modelId="{4F518712-88E0-46CE-B058-550CD44BA579}" srcId="{17A75B97-09FC-4547-A534-C3DDFB7AEFBB}" destId="{D8508D8C-660C-4E02-A81B-534058873C93}" srcOrd="4" destOrd="0" parTransId="{1D0BB924-EFCB-4867-83BE-99BFDDADD2C7}" sibTransId="{0F6D8309-C11C-40C2-A95A-B497D7452864}"/>
    <dgm:cxn modelId="{9703011C-52FA-46FC-A20D-BE3DD29A18EB}" type="presOf" srcId="{D8508D8C-660C-4E02-A81B-534058873C93}" destId="{1537C499-D412-492D-83AB-8283C6C8C511}" srcOrd="1" destOrd="0" presId="urn:microsoft.com/office/officeart/2005/8/layout/list1"/>
    <dgm:cxn modelId="{B212AA1E-EF73-4494-90ED-5EBA4669D2F1}" srcId="{D8508D8C-660C-4E02-A81B-534058873C93}" destId="{3EB49D9C-9492-433E-B326-07830FA09180}" srcOrd="0" destOrd="0" parTransId="{A5262DAF-3FD4-4E28-8BFA-CDC25355DC29}" sibTransId="{143340EE-50B0-4E8E-9022-98123F5E5763}"/>
    <dgm:cxn modelId="{BF910A2E-C77E-4FAC-A233-FA41FD77FE94}" srcId="{17A75B97-09FC-4547-A534-C3DDFB7AEFBB}" destId="{B31C2AC4-BDB4-4702-A25F-77993A675733}" srcOrd="1" destOrd="0" parTransId="{B19C72B7-2AFB-4464-BD56-CCD40BA29F5B}" sibTransId="{99DC00C2-0648-4578-B7C7-FB64198A580A}"/>
    <dgm:cxn modelId="{6F99E231-7F62-4BD8-9C4F-7B5E52BC912B}" type="presOf" srcId="{821B76BD-D7B6-468A-A2DF-16B62B7D07AC}" destId="{C5C0114E-9E9A-4FB8-B402-4FDCF0495080}" srcOrd="0" destOrd="0" presId="urn:microsoft.com/office/officeart/2005/8/layout/list1"/>
    <dgm:cxn modelId="{4E2EDB32-C76A-4DA0-84A5-0E21D8D3CD72}" type="presOf" srcId="{2988CE73-F365-4139-8CFD-40637D4F9031}" destId="{EC72DAC7-13B0-4CCA-9119-D4F07C35C946}" srcOrd="0" destOrd="0" presId="urn:microsoft.com/office/officeart/2005/8/layout/list1"/>
    <dgm:cxn modelId="{8E7B1A36-8DC5-4F76-9532-198270D7B164}" type="presOf" srcId="{2988CE73-F365-4139-8CFD-40637D4F9031}" destId="{30CCA99F-1656-4BE9-8CA7-CD0C4B677CCE}" srcOrd="1" destOrd="0" presId="urn:microsoft.com/office/officeart/2005/8/layout/list1"/>
    <dgm:cxn modelId="{83315239-2EA6-4600-99E4-57DD394A9339}" srcId="{17A75B97-09FC-4547-A534-C3DDFB7AEFBB}" destId="{0F0D692A-F8A1-45C0-A020-6384C28FD54D}" srcOrd="3" destOrd="0" parTransId="{CED41EAB-15F9-434F-952C-D9E10CE939C4}" sibTransId="{8D698990-EDAB-44E8-8A4D-F583BBC01A04}"/>
    <dgm:cxn modelId="{8343F747-DDF3-4E5A-BDE0-A07B3A63AC81}" type="presOf" srcId="{B31C2AC4-BDB4-4702-A25F-77993A675733}" destId="{D213FB70-9B3F-4184-9EC4-20A94B8360DA}" srcOrd="0" destOrd="0" presId="urn:microsoft.com/office/officeart/2005/8/layout/list1"/>
    <dgm:cxn modelId="{1B44064A-205F-4388-9F38-5B125879AEF5}" type="presOf" srcId="{0F0D692A-F8A1-45C0-A020-6384C28FD54D}" destId="{D8741F55-53A6-4835-A527-D691B2EDED72}" srcOrd="1" destOrd="0" presId="urn:microsoft.com/office/officeart/2005/8/layout/list1"/>
    <dgm:cxn modelId="{8235E76A-F9D0-45FF-AA60-9118DB355244}" type="presOf" srcId="{17A75B97-09FC-4547-A534-C3DDFB7AEFBB}" destId="{03A25DAA-8F77-406F-9CA3-C4FC0308F935}" srcOrd="0" destOrd="0" presId="urn:microsoft.com/office/officeart/2005/8/layout/list1"/>
    <dgm:cxn modelId="{26601D55-ED16-4590-88E7-A0B886F09B19}" type="presOf" srcId="{EF28B03E-2BDE-43D9-8A8F-C2A15A9E5628}" destId="{CB9CEFC4-DCD9-4133-8CAD-6089400A9D77}" srcOrd="0" destOrd="0" presId="urn:microsoft.com/office/officeart/2005/8/layout/list1"/>
    <dgm:cxn modelId="{A12B1185-D327-4306-994D-2F01EB74BB7A}" type="presOf" srcId="{821B76BD-D7B6-468A-A2DF-16B62B7D07AC}" destId="{D8166B2C-3814-4FB8-AD6C-0680FD35E2B3}" srcOrd="1" destOrd="0" presId="urn:microsoft.com/office/officeart/2005/8/layout/list1"/>
    <dgm:cxn modelId="{8A869C86-9D03-4DBE-BB32-D6CD4AA3E095}" type="presOf" srcId="{C3862212-9209-41DF-88BE-2905A08CEE6B}" destId="{74CFCDF9-92AA-4398-9FFF-4CB33E4A3007}" srcOrd="1" destOrd="0" presId="urn:microsoft.com/office/officeart/2005/8/layout/list1"/>
    <dgm:cxn modelId="{12C94E87-56FC-4302-9CE5-F6C88CE23AEF}" srcId="{17A75B97-09FC-4547-A534-C3DDFB7AEFBB}" destId="{C3862212-9209-41DF-88BE-2905A08CEE6B}" srcOrd="6" destOrd="0" parTransId="{40A2CCCD-F17A-4935-84F1-EA3C22E942E8}" sibTransId="{B27C7E61-6985-4AF8-A3D5-A58C86ED98AC}"/>
    <dgm:cxn modelId="{075CB29F-0F85-4C0F-94E2-1EDCDED89DBE}" type="presOf" srcId="{C3862212-9209-41DF-88BE-2905A08CEE6B}" destId="{D83EA36F-2F6D-4422-B252-3402B435CA54}" srcOrd="0" destOrd="0" presId="urn:microsoft.com/office/officeart/2005/8/layout/list1"/>
    <dgm:cxn modelId="{F99A26A2-DACD-4BBC-9C65-8C516882A2DA}" type="presOf" srcId="{EF28B03E-2BDE-43D9-8A8F-C2A15A9E5628}" destId="{A6DCFD7C-8766-4E8D-AFBC-2412AA730393}" srcOrd="1" destOrd="0" presId="urn:microsoft.com/office/officeart/2005/8/layout/list1"/>
    <dgm:cxn modelId="{E3A16FA4-4048-4ECE-BF6A-6E677352EFE1}" type="presOf" srcId="{0F0D692A-F8A1-45C0-A020-6384C28FD54D}" destId="{3AC65553-D759-4B43-A198-987505E8EBE5}" srcOrd="0" destOrd="0" presId="urn:microsoft.com/office/officeart/2005/8/layout/list1"/>
    <dgm:cxn modelId="{3AAE5DA8-E982-4AD3-8168-EDBD105FD1D6}" type="presOf" srcId="{3EB49D9C-9492-433E-B326-07830FA09180}" destId="{5B0069FE-B6A4-4634-85BB-7889FCAF1795}" srcOrd="0" destOrd="0" presId="urn:microsoft.com/office/officeart/2005/8/layout/list1"/>
    <dgm:cxn modelId="{6C31DCD0-42CF-49E1-B67D-DBB0573544A6}" type="presOf" srcId="{D8508D8C-660C-4E02-A81B-534058873C93}" destId="{B1E1D66A-666C-4D64-BACC-4F033CA2ECE3}" srcOrd="0" destOrd="0" presId="urn:microsoft.com/office/officeart/2005/8/layout/list1"/>
    <dgm:cxn modelId="{368968D1-E5FC-42B1-8DDC-72852C26DF7E}" type="presOf" srcId="{B31C2AC4-BDB4-4702-A25F-77993A675733}" destId="{8554FD38-E9DF-4484-9372-41809E6B303B}" srcOrd="1" destOrd="0" presId="urn:microsoft.com/office/officeart/2005/8/layout/list1"/>
    <dgm:cxn modelId="{689518D4-6055-455B-B197-7790364D814A}" srcId="{17A75B97-09FC-4547-A534-C3DDFB7AEFBB}" destId="{821B76BD-D7B6-468A-A2DF-16B62B7D07AC}" srcOrd="0" destOrd="0" parTransId="{BF0C4505-DBCE-4201-B2B9-29EDE15A2383}" sibTransId="{F7C1281F-D64A-4F77-85B1-7ABBC093EF0C}"/>
    <dgm:cxn modelId="{08820AEF-E0D3-4591-800C-88E28448FF39}" srcId="{17A75B97-09FC-4547-A534-C3DDFB7AEFBB}" destId="{2988CE73-F365-4139-8CFD-40637D4F9031}" srcOrd="2" destOrd="0" parTransId="{6AFD631D-76A7-44A4-8440-FF27829C4A34}" sibTransId="{69F257F9-4083-42A3-AA5F-BFF8880C953B}"/>
    <dgm:cxn modelId="{BAC484CF-0AC6-448B-8283-6E13D2678D0E}" type="presParOf" srcId="{03A25DAA-8F77-406F-9CA3-C4FC0308F935}" destId="{795BB782-434A-4740-9F87-0002E81FDE19}" srcOrd="0" destOrd="0" presId="urn:microsoft.com/office/officeart/2005/8/layout/list1"/>
    <dgm:cxn modelId="{7663F4AE-B4D8-4A6F-8BD7-F056ABB0F1A3}" type="presParOf" srcId="{795BB782-434A-4740-9F87-0002E81FDE19}" destId="{C5C0114E-9E9A-4FB8-B402-4FDCF0495080}" srcOrd="0" destOrd="0" presId="urn:microsoft.com/office/officeart/2005/8/layout/list1"/>
    <dgm:cxn modelId="{07518D11-FD65-4436-9A6B-41EB53D10E57}" type="presParOf" srcId="{795BB782-434A-4740-9F87-0002E81FDE19}" destId="{D8166B2C-3814-4FB8-AD6C-0680FD35E2B3}" srcOrd="1" destOrd="0" presId="urn:microsoft.com/office/officeart/2005/8/layout/list1"/>
    <dgm:cxn modelId="{51898E76-2307-4DF9-AEF6-FDBFCA0EF04F}" type="presParOf" srcId="{03A25DAA-8F77-406F-9CA3-C4FC0308F935}" destId="{51C933C1-48B1-4231-B934-EC301D368C38}" srcOrd="1" destOrd="0" presId="urn:microsoft.com/office/officeart/2005/8/layout/list1"/>
    <dgm:cxn modelId="{D93FC86C-1870-45B1-B4D9-5C045437574A}" type="presParOf" srcId="{03A25DAA-8F77-406F-9CA3-C4FC0308F935}" destId="{209829DF-801B-4ABE-B7D6-9A79B9ED47FE}" srcOrd="2" destOrd="0" presId="urn:microsoft.com/office/officeart/2005/8/layout/list1"/>
    <dgm:cxn modelId="{78A5ABC2-464F-4727-BC64-AE9C324757B2}" type="presParOf" srcId="{03A25DAA-8F77-406F-9CA3-C4FC0308F935}" destId="{B4439BD6-F49D-4E4B-B34C-486B96D88260}" srcOrd="3" destOrd="0" presId="urn:microsoft.com/office/officeart/2005/8/layout/list1"/>
    <dgm:cxn modelId="{FC5CB4C7-EAA5-4862-941A-4B158638868A}" type="presParOf" srcId="{03A25DAA-8F77-406F-9CA3-C4FC0308F935}" destId="{E2BDE1C4-7582-43E6-9964-77053A904828}" srcOrd="4" destOrd="0" presId="urn:microsoft.com/office/officeart/2005/8/layout/list1"/>
    <dgm:cxn modelId="{004D67CB-BF83-45C4-AE12-E85DA245E331}" type="presParOf" srcId="{E2BDE1C4-7582-43E6-9964-77053A904828}" destId="{D213FB70-9B3F-4184-9EC4-20A94B8360DA}" srcOrd="0" destOrd="0" presId="urn:microsoft.com/office/officeart/2005/8/layout/list1"/>
    <dgm:cxn modelId="{5B13958A-D1E3-4D34-9EA8-79CA7BAF4B92}" type="presParOf" srcId="{E2BDE1C4-7582-43E6-9964-77053A904828}" destId="{8554FD38-E9DF-4484-9372-41809E6B303B}" srcOrd="1" destOrd="0" presId="urn:microsoft.com/office/officeart/2005/8/layout/list1"/>
    <dgm:cxn modelId="{E8B59A30-1BCC-475A-9F1E-D3217EDE5030}" type="presParOf" srcId="{03A25DAA-8F77-406F-9CA3-C4FC0308F935}" destId="{30975E31-A1C9-46F3-9BF3-ED9E140CC667}" srcOrd="5" destOrd="0" presId="urn:microsoft.com/office/officeart/2005/8/layout/list1"/>
    <dgm:cxn modelId="{F27C0395-F64B-4744-8ABE-CD8BBE0AA03D}" type="presParOf" srcId="{03A25DAA-8F77-406F-9CA3-C4FC0308F935}" destId="{722F95B0-1714-4DD3-B871-324C03DB746A}" srcOrd="6" destOrd="0" presId="urn:microsoft.com/office/officeart/2005/8/layout/list1"/>
    <dgm:cxn modelId="{C41AE5E2-7955-4FB6-90B0-C3CC450AA205}" type="presParOf" srcId="{03A25DAA-8F77-406F-9CA3-C4FC0308F935}" destId="{9F7CD7C1-5F0F-460F-B0EB-2C60F6F4059B}" srcOrd="7" destOrd="0" presId="urn:microsoft.com/office/officeart/2005/8/layout/list1"/>
    <dgm:cxn modelId="{1A8BDC7E-701A-4CE8-B88A-D2F59F3EA61C}" type="presParOf" srcId="{03A25DAA-8F77-406F-9CA3-C4FC0308F935}" destId="{1ECC6A02-EF00-43D2-9A61-BF92DF3737DD}" srcOrd="8" destOrd="0" presId="urn:microsoft.com/office/officeart/2005/8/layout/list1"/>
    <dgm:cxn modelId="{52A05F14-252E-4A77-916D-3E6F461000F5}" type="presParOf" srcId="{1ECC6A02-EF00-43D2-9A61-BF92DF3737DD}" destId="{EC72DAC7-13B0-4CCA-9119-D4F07C35C946}" srcOrd="0" destOrd="0" presId="urn:microsoft.com/office/officeart/2005/8/layout/list1"/>
    <dgm:cxn modelId="{39F0EBB8-BE5F-4432-83B1-B1DB91361AE2}" type="presParOf" srcId="{1ECC6A02-EF00-43D2-9A61-BF92DF3737DD}" destId="{30CCA99F-1656-4BE9-8CA7-CD0C4B677CCE}" srcOrd="1" destOrd="0" presId="urn:microsoft.com/office/officeart/2005/8/layout/list1"/>
    <dgm:cxn modelId="{76F0D147-AA0A-4477-A40D-32E9CF1B62B1}" type="presParOf" srcId="{03A25DAA-8F77-406F-9CA3-C4FC0308F935}" destId="{071D754F-0F4E-4344-8656-3247EE488D6E}" srcOrd="9" destOrd="0" presId="urn:microsoft.com/office/officeart/2005/8/layout/list1"/>
    <dgm:cxn modelId="{0B3C6E69-AE8A-45C1-A095-BC54B9D2CAB4}" type="presParOf" srcId="{03A25DAA-8F77-406F-9CA3-C4FC0308F935}" destId="{25952441-6E0A-4B81-9A92-42B0DD9F85C3}" srcOrd="10" destOrd="0" presId="urn:microsoft.com/office/officeart/2005/8/layout/list1"/>
    <dgm:cxn modelId="{BA573823-0F92-4F39-90B7-68E6929E2168}" type="presParOf" srcId="{03A25DAA-8F77-406F-9CA3-C4FC0308F935}" destId="{22C3A3E0-463C-46ED-9F3F-49CB408E1BCC}" srcOrd="11" destOrd="0" presId="urn:microsoft.com/office/officeart/2005/8/layout/list1"/>
    <dgm:cxn modelId="{C6846C41-CD5A-40A0-8CE4-1222FF59FD89}" type="presParOf" srcId="{03A25DAA-8F77-406F-9CA3-C4FC0308F935}" destId="{A9C71416-EF2C-427E-B1A3-4E74BB1D7945}" srcOrd="12" destOrd="0" presId="urn:microsoft.com/office/officeart/2005/8/layout/list1"/>
    <dgm:cxn modelId="{EB8D2142-FAF9-425E-A07A-72F01957450A}" type="presParOf" srcId="{A9C71416-EF2C-427E-B1A3-4E74BB1D7945}" destId="{3AC65553-D759-4B43-A198-987505E8EBE5}" srcOrd="0" destOrd="0" presId="urn:microsoft.com/office/officeart/2005/8/layout/list1"/>
    <dgm:cxn modelId="{2765E31A-FFB4-46DE-BB96-3E251549902C}" type="presParOf" srcId="{A9C71416-EF2C-427E-B1A3-4E74BB1D7945}" destId="{D8741F55-53A6-4835-A527-D691B2EDED72}" srcOrd="1" destOrd="0" presId="urn:microsoft.com/office/officeart/2005/8/layout/list1"/>
    <dgm:cxn modelId="{01DFFC56-65A6-4047-8924-DFB78B4547D8}" type="presParOf" srcId="{03A25DAA-8F77-406F-9CA3-C4FC0308F935}" destId="{757186EB-9168-459D-844F-1BE4F9FA24C8}" srcOrd="13" destOrd="0" presId="urn:microsoft.com/office/officeart/2005/8/layout/list1"/>
    <dgm:cxn modelId="{B538F76F-C980-4928-A884-B7601D64633E}" type="presParOf" srcId="{03A25DAA-8F77-406F-9CA3-C4FC0308F935}" destId="{8B253C98-9A59-4DC4-BFD8-FDF26B0D1AC1}" srcOrd="14" destOrd="0" presId="urn:microsoft.com/office/officeart/2005/8/layout/list1"/>
    <dgm:cxn modelId="{5FFC12C1-BB24-4188-8E51-2D4889A9C051}" type="presParOf" srcId="{03A25DAA-8F77-406F-9CA3-C4FC0308F935}" destId="{82A50EDD-104C-46DC-8925-F5741C0F2814}" srcOrd="15" destOrd="0" presId="urn:microsoft.com/office/officeart/2005/8/layout/list1"/>
    <dgm:cxn modelId="{4AD8A8AC-2389-47EA-9304-76413FA36B76}" type="presParOf" srcId="{03A25DAA-8F77-406F-9CA3-C4FC0308F935}" destId="{7422CDF8-71E4-4DAF-89AC-4F09B36270D8}" srcOrd="16" destOrd="0" presId="urn:microsoft.com/office/officeart/2005/8/layout/list1"/>
    <dgm:cxn modelId="{586FB4AE-92D2-4734-8E49-50151E8DCF05}" type="presParOf" srcId="{7422CDF8-71E4-4DAF-89AC-4F09B36270D8}" destId="{B1E1D66A-666C-4D64-BACC-4F033CA2ECE3}" srcOrd="0" destOrd="0" presId="urn:microsoft.com/office/officeart/2005/8/layout/list1"/>
    <dgm:cxn modelId="{FC964441-AE20-4282-9452-EE6E718D8AE4}" type="presParOf" srcId="{7422CDF8-71E4-4DAF-89AC-4F09B36270D8}" destId="{1537C499-D412-492D-83AB-8283C6C8C511}" srcOrd="1" destOrd="0" presId="urn:microsoft.com/office/officeart/2005/8/layout/list1"/>
    <dgm:cxn modelId="{B96739AA-6045-4D69-BE3D-D8DE2501D017}" type="presParOf" srcId="{03A25DAA-8F77-406F-9CA3-C4FC0308F935}" destId="{93A8FE32-043E-415B-8B5E-FD3EED1FDA67}" srcOrd="17" destOrd="0" presId="urn:microsoft.com/office/officeart/2005/8/layout/list1"/>
    <dgm:cxn modelId="{F15F03DB-EBB1-4293-BA2E-B3437D222CEE}" type="presParOf" srcId="{03A25DAA-8F77-406F-9CA3-C4FC0308F935}" destId="{5B0069FE-B6A4-4634-85BB-7889FCAF1795}" srcOrd="18" destOrd="0" presId="urn:microsoft.com/office/officeart/2005/8/layout/list1"/>
    <dgm:cxn modelId="{4DF53271-34C6-430B-A540-52DF9C7BE162}" type="presParOf" srcId="{03A25DAA-8F77-406F-9CA3-C4FC0308F935}" destId="{0D728C9C-D904-4ABE-9919-DBF2499DBF28}" srcOrd="19" destOrd="0" presId="urn:microsoft.com/office/officeart/2005/8/layout/list1"/>
    <dgm:cxn modelId="{D1969C1C-2D57-43E2-8BF4-A3131942C8D5}" type="presParOf" srcId="{03A25DAA-8F77-406F-9CA3-C4FC0308F935}" destId="{5EBB7972-A0A6-4D7B-9403-0341BF047539}" srcOrd="20" destOrd="0" presId="urn:microsoft.com/office/officeart/2005/8/layout/list1"/>
    <dgm:cxn modelId="{F6F7555C-BF5A-4111-A7CE-F5E660A78DD8}" type="presParOf" srcId="{5EBB7972-A0A6-4D7B-9403-0341BF047539}" destId="{CB9CEFC4-DCD9-4133-8CAD-6089400A9D77}" srcOrd="0" destOrd="0" presId="urn:microsoft.com/office/officeart/2005/8/layout/list1"/>
    <dgm:cxn modelId="{1A76183A-FA09-48DC-AA6D-85A4304D115A}" type="presParOf" srcId="{5EBB7972-A0A6-4D7B-9403-0341BF047539}" destId="{A6DCFD7C-8766-4E8D-AFBC-2412AA730393}" srcOrd="1" destOrd="0" presId="urn:microsoft.com/office/officeart/2005/8/layout/list1"/>
    <dgm:cxn modelId="{8DA96E03-3EFB-487A-9CC9-46F6B2AB1320}" type="presParOf" srcId="{03A25DAA-8F77-406F-9CA3-C4FC0308F935}" destId="{1D033115-0650-459B-AEC6-02F4AC23AC53}" srcOrd="21" destOrd="0" presId="urn:microsoft.com/office/officeart/2005/8/layout/list1"/>
    <dgm:cxn modelId="{C79A83B9-B773-4F0C-A514-8A67DB8623A3}" type="presParOf" srcId="{03A25DAA-8F77-406F-9CA3-C4FC0308F935}" destId="{823476A2-1BB8-4A20-B95D-620006ADAC87}" srcOrd="22" destOrd="0" presId="urn:microsoft.com/office/officeart/2005/8/layout/list1"/>
    <dgm:cxn modelId="{C206C7FE-D420-4C96-A961-429A945C2D3C}" type="presParOf" srcId="{03A25DAA-8F77-406F-9CA3-C4FC0308F935}" destId="{861B5B33-6C24-433B-B6F1-B0D68A682C8C}" srcOrd="23" destOrd="0" presId="urn:microsoft.com/office/officeart/2005/8/layout/list1"/>
    <dgm:cxn modelId="{DAD8AEA6-8048-4B4A-AF8F-39D40940626D}" type="presParOf" srcId="{03A25DAA-8F77-406F-9CA3-C4FC0308F935}" destId="{54A4522F-AA79-4AE2-8175-4761A7F1CEEA}" srcOrd="24" destOrd="0" presId="urn:microsoft.com/office/officeart/2005/8/layout/list1"/>
    <dgm:cxn modelId="{FF2C5D3A-689F-470D-AED7-538CCEF4DED1}" type="presParOf" srcId="{54A4522F-AA79-4AE2-8175-4761A7F1CEEA}" destId="{D83EA36F-2F6D-4422-B252-3402B435CA54}" srcOrd="0" destOrd="0" presId="urn:microsoft.com/office/officeart/2005/8/layout/list1"/>
    <dgm:cxn modelId="{0C13C616-7A28-4DC5-8092-C1ABCB6842A1}" type="presParOf" srcId="{54A4522F-AA79-4AE2-8175-4761A7F1CEEA}" destId="{74CFCDF9-92AA-4398-9FFF-4CB33E4A3007}" srcOrd="1" destOrd="0" presId="urn:microsoft.com/office/officeart/2005/8/layout/list1"/>
    <dgm:cxn modelId="{66E4AC57-11EB-49AF-9164-D4BB829C6566}" type="presParOf" srcId="{03A25DAA-8F77-406F-9CA3-C4FC0308F935}" destId="{834754EB-A20B-46B6-93EF-4DD482A76D5F}" srcOrd="25" destOrd="0" presId="urn:microsoft.com/office/officeart/2005/8/layout/list1"/>
    <dgm:cxn modelId="{52C79DFE-72B5-46C2-B3A5-DC824D589DF3}" type="presParOf" srcId="{03A25DAA-8F77-406F-9CA3-C4FC0308F935}" destId="{268D0E71-4E92-49DD-870E-E7D9727A61CB}" srcOrd="2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09829DF-801B-4ABE-B7D6-9A79B9ED47FE}">
      <dsp:nvSpPr>
        <dsp:cNvPr id="0" name=""/>
        <dsp:cNvSpPr/>
      </dsp:nvSpPr>
      <dsp:spPr>
        <a:xfrm>
          <a:off x="0" y="33142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166B2C-3814-4FB8-AD6C-0680FD35E2B3}">
      <dsp:nvSpPr>
        <dsp:cNvPr id="0" name=""/>
        <dsp:cNvSpPr/>
      </dsp:nvSpPr>
      <dsp:spPr>
        <a:xfrm>
          <a:off x="501871" y="13954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a:t>Introduction</a:t>
          </a:r>
        </a:p>
      </dsp:txBody>
      <dsp:txXfrm>
        <a:off x="520605" y="158278"/>
        <a:ext cx="6988733" cy="346292"/>
      </dsp:txXfrm>
    </dsp:sp>
    <dsp:sp modelId="{722F95B0-1714-4DD3-B871-324C03DB746A}">
      <dsp:nvSpPr>
        <dsp:cNvPr id="0" name=""/>
        <dsp:cNvSpPr/>
      </dsp:nvSpPr>
      <dsp:spPr>
        <a:xfrm>
          <a:off x="0" y="92110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8554FD38-E9DF-4484-9372-41809E6B303B}">
      <dsp:nvSpPr>
        <dsp:cNvPr id="0" name=""/>
        <dsp:cNvSpPr/>
      </dsp:nvSpPr>
      <dsp:spPr>
        <a:xfrm>
          <a:off x="501871" y="72922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a:t>Problem Statement</a:t>
          </a:r>
        </a:p>
      </dsp:txBody>
      <dsp:txXfrm>
        <a:off x="520605" y="747958"/>
        <a:ext cx="6988733" cy="346292"/>
      </dsp:txXfrm>
    </dsp:sp>
    <dsp:sp modelId="{25952441-6E0A-4B81-9A92-42B0DD9F85C3}">
      <dsp:nvSpPr>
        <dsp:cNvPr id="0" name=""/>
        <dsp:cNvSpPr/>
      </dsp:nvSpPr>
      <dsp:spPr>
        <a:xfrm>
          <a:off x="0" y="151078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0CCA99F-1656-4BE9-8CA7-CD0C4B677CCE}">
      <dsp:nvSpPr>
        <dsp:cNvPr id="0" name=""/>
        <dsp:cNvSpPr/>
      </dsp:nvSpPr>
      <dsp:spPr>
        <a:xfrm>
          <a:off x="501871" y="131890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a:t>Objectives</a:t>
          </a:r>
        </a:p>
      </dsp:txBody>
      <dsp:txXfrm>
        <a:off x="520605" y="1337638"/>
        <a:ext cx="6988733" cy="346292"/>
      </dsp:txXfrm>
    </dsp:sp>
    <dsp:sp modelId="{8B253C98-9A59-4DC4-BFD8-FDF26B0D1AC1}">
      <dsp:nvSpPr>
        <dsp:cNvPr id="0" name=""/>
        <dsp:cNvSpPr/>
      </dsp:nvSpPr>
      <dsp:spPr>
        <a:xfrm>
          <a:off x="0" y="210046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D8741F55-53A6-4835-A527-D691B2EDED72}">
      <dsp:nvSpPr>
        <dsp:cNvPr id="0" name=""/>
        <dsp:cNvSpPr/>
      </dsp:nvSpPr>
      <dsp:spPr>
        <a:xfrm>
          <a:off x="501871" y="190858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dirty="0"/>
            <a:t>Development Methodology</a:t>
          </a:r>
        </a:p>
      </dsp:txBody>
      <dsp:txXfrm>
        <a:off x="520605" y="1927318"/>
        <a:ext cx="6988733" cy="346292"/>
      </dsp:txXfrm>
    </dsp:sp>
    <dsp:sp modelId="{5B0069FE-B6A4-4634-85BB-7889FCAF1795}">
      <dsp:nvSpPr>
        <dsp:cNvPr id="0" name=""/>
        <dsp:cNvSpPr/>
      </dsp:nvSpPr>
      <dsp:spPr>
        <a:xfrm>
          <a:off x="0" y="269014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79016" tIns="270764" rIns="779016" bIns="92456" numCol="1" spcCol="1270" anchor="t" anchorCtr="0">
          <a:noAutofit/>
        </a:bodyPr>
        <a:lstStyle/>
        <a:p>
          <a:pPr marL="114300" lvl="1" indent="-114300" algn="l" defTabSz="577850">
            <a:lnSpc>
              <a:spcPct val="90000"/>
            </a:lnSpc>
            <a:spcBef>
              <a:spcPct val="0"/>
            </a:spcBef>
            <a:spcAft>
              <a:spcPct val="15000"/>
            </a:spcAft>
            <a:buChar char="•"/>
          </a:pPr>
          <a:endParaRPr lang="en-US" sz="1300" kern="1200"/>
        </a:p>
      </dsp:txBody>
      <dsp:txXfrm>
        <a:off x="0" y="2690144"/>
        <a:ext cx="10037430" cy="327600"/>
      </dsp:txXfrm>
    </dsp:sp>
    <dsp:sp modelId="{1537C499-D412-492D-83AB-8283C6C8C511}">
      <dsp:nvSpPr>
        <dsp:cNvPr id="0" name=""/>
        <dsp:cNvSpPr/>
      </dsp:nvSpPr>
      <dsp:spPr>
        <a:xfrm>
          <a:off x="501871" y="249826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dirty="0"/>
            <a:t>System Architecture</a:t>
          </a:r>
        </a:p>
      </dsp:txBody>
      <dsp:txXfrm>
        <a:off x="520605" y="2516998"/>
        <a:ext cx="6988733" cy="346292"/>
      </dsp:txXfrm>
    </dsp:sp>
    <dsp:sp modelId="{823476A2-1BB8-4A20-B95D-620006ADAC87}">
      <dsp:nvSpPr>
        <dsp:cNvPr id="0" name=""/>
        <dsp:cNvSpPr/>
      </dsp:nvSpPr>
      <dsp:spPr>
        <a:xfrm>
          <a:off x="0" y="327982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DCFD7C-8766-4E8D-AFBC-2412AA730393}">
      <dsp:nvSpPr>
        <dsp:cNvPr id="0" name=""/>
        <dsp:cNvSpPr/>
      </dsp:nvSpPr>
      <dsp:spPr>
        <a:xfrm>
          <a:off x="501871" y="3087944"/>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dirty="0"/>
            <a:t>Results</a:t>
          </a:r>
        </a:p>
      </dsp:txBody>
      <dsp:txXfrm>
        <a:off x="520605" y="3106678"/>
        <a:ext cx="6988733" cy="346292"/>
      </dsp:txXfrm>
    </dsp:sp>
    <dsp:sp modelId="{268D0E71-4E92-49DD-870E-E7D9727A61CB}">
      <dsp:nvSpPr>
        <dsp:cNvPr id="0" name=""/>
        <dsp:cNvSpPr/>
      </dsp:nvSpPr>
      <dsp:spPr>
        <a:xfrm>
          <a:off x="0" y="3869504"/>
          <a:ext cx="10037430" cy="3276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74CFCDF9-92AA-4398-9FFF-4CB33E4A3007}">
      <dsp:nvSpPr>
        <dsp:cNvPr id="0" name=""/>
        <dsp:cNvSpPr/>
      </dsp:nvSpPr>
      <dsp:spPr>
        <a:xfrm>
          <a:off x="522443" y="3719208"/>
          <a:ext cx="7026201" cy="38376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5574" tIns="0" rIns="265574" bIns="0" numCol="1" spcCol="1270" anchor="ctr" anchorCtr="0">
          <a:noAutofit/>
        </a:bodyPr>
        <a:lstStyle/>
        <a:p>
          <a:pPr marL="0" lvl="0" indent="0" algn="l" defTabSz="577850">
            <a:lnSpc>
              <a:spcPct val="90000"/>
            </a:lnSpc>
            <a:spcBef>
              <a:spcPct val="0"/>
            </a:spcBef>
            <a:spcAft>
              <a:spcPct val="35000"/>
            </a:spcAft>
            <a:buNone/>
          </a:pPr>
          <a:r>
            <a:rPr lang="en-US" sz="1300" kern="1200" dirty="0"/>
            <a:t>Future Work</a:t>
          </a:r>
        </a:p>
      </dsp:txBody>
      <dsp:txXfrm>
        <a:off x="541177" y="3737942"/>
        <a:ext cx="6988733" cy="34629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4D2272-D660-A337-AEF3-BE066BD5453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D1FE5A70-71C2-F335-270C-B94537340C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DC5A369-CA0E-4FC6-90EE-5FA969A08EF8}" type="datetimeFigureOut">
              <a:rPr lang="en-US" smtClean="0"/>
              <a:t>5/12/2025</a:t>
            </a:fld>
            <a:endParaRPr lang="en-US" dirty="0"/>
          </a:p>
        </p:txBody>
      </p:sp>
      <p:sp>
        <p:nvSpPr>
          <p:cNvPr id="4" name="Footer Placeholder 3">
            <a:extLst>
              <a:ext uri="{FF2B5EF4-FFF2-40B4-BE49-F238E27FC236}">
                <a16:creationId xmlns:a16="http://schemas.microsoft.com/office/drawing/2014/main" id="{D91E1B03-0F86-16E7-11BE-81F9F4CD66B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6C4524B8-3914-99B2-2620-0F2A88D335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09210F9-8331-407C-A034-F95DCB303EBC}" type="slidenum">
              <a:rPr lang="en-US" smtClean="0"/>
              <a:t>‹#›</a:t>
            </a:fld>
            <a:endParaRPr lang="en-US" dirty="0"/>
          </a:p>
        </p:txBody>
      </p:sp>
    </p:spTree>
    <p:extLst>
      <p:ext uri="{BB962C8B-B14F-4D97-AF65-F5344CB8AC3E}">
        <p14:creationId xmlns:p14="http://schemas.microsoft.com/office/powerpoint/2010/main" val="9310058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4AB06A-EEDC-421C-B5A0-5E9E5241A8E5}" type="datetimeFigureOut">
              <a:rPr lang="en-US" smtClean="0"/>
              <a:t>5/12/2025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BF9438-3EEF-4192-9815-F6F44770AEF7}" type="slidenum">
              <a:rPr lang="en-US" smtClean="0"/>
              <a:t>‹#›</a:t>
            </a:fld>
            <a:endParaRPr lang="en-US" dirty="0"/>
          </a:p>
        </p:txBody>
      </p:sp>
    </p:spTree>
    <p:extLst>
      <p:ext uri="{BB962C8B-B14F-4D97-AF65-F5344CB8AC3E}">
        <p14:creationId xmlns:p14="http://schemas.microsoft.com/office/powerpoint/2010/main" val="265226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1</a:t>
            </a:fld>
            <a:endParaRPr lang="en-US" dirty="0"/>
          </a:p>
        </p:txBody>
      </p:sp>
    </p:spTree>
    <p:extLst>
      <p:ext uri="{BB962C8B-B14F-4D97-AF65-F5344CB8AC3E}">
        <p14:creationId xmlns:p14="http://schemas.microsoft.com/office/powerpoint/2010/main" val="2369047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2</a:t>
            </a:fld>
            <a:endParaRPr lang="en-US" dirty="0"/>
          </a:p>
        </p:txBody>
      </p:sp>
    </p:spTree>
    <p:extLst>
      <p:ext uri="{BB962C8B-B14F-4D97-AF65-F5344CB8AC3E}">
        <p14:creationId xmlns:p14="http://schemas.microsoft.com/office/powerpoint/2010/main" val="24120504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4</a:t>
            </a:fld>
            <a:endParaRPr lang="en-US" dirty="0"/>
          </a:p>
        </p:txBody>
      </p:sp>
    </p:spTree>
    <p:extLst>
      <p:ext uri="{BB962C8B-B14F-4D97-AF65-F5344CB8AC3E}">
        <p14:creationId xmlns:p14="http://schemas.microsoft.com/office/powerpoint/2010/main" val="13750027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5</a:t>
            </a:fld>
            <a:endParaRPr lang="en-US" dirty="0"/>
          </a:p>
        </p:txBody>
      </p:sp>
    </p:spTree>
    <p:extLst>
      <p:ext uri="{BB962C8B-B14F-4D97-AF65-F5344CB8AC3E}">
        <p14:creationId xmlns:p14="http://schemas.microsoft.com/office/powerpoint/2010/main" val="368926608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6</a:t>
            </a:fld>
            <a:endParaRPr lang="en-US" dirty="0"/>
          </a:p>
        </p:txBody>
      </p:sp>
    </p:spTree>
    <p:extLst>
      <p:ext uri="{BB962C8B-B14F-4D97-AF65-F5344CB8AC3E}">
        <p14:creationId xmlns:p14="http://schemas.microsoft.com/office/powerpoint/2010/main" val="25954830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7</a:t>
            </a:fld>
            <a:endParaRPr lang="en-US" dirty="0"/>
          </a:p>
        </p:txBody>
      </p:sp>
    </p:spTree>
    <p:extLst>
      <p:ext uri="{BB962C8B-B14F-4D97-AF65-F5344CB8AC3E}">
        <p14:creationId xmlns:p14="http://schemas.microsoft.com/office/powerpoint/2010/main" val="322238486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2BF9438-3EEF-4192-9815-F6F44770AEF7}" type="slidenum">
              <a:rPr lang="en-US" smtClean="0"/>
              <a:t>8</a:t>
            </a:fld>
            <a:endParaRPr lang="en-US" dirty="0"/>
          </a:p>
        </p:txBody>
      </p:sp>
    </p:spTree>
    <p:extLst>
      <p:ext uri="{BB962C8B-B14F-4D97-AF65-F5344CB8AC3E}">
        <p14:creationId xmlns:p14="http://schemas.microsoft.com/office/powerpoint/2010/main" val="4816551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D9960-406F-4187-A0E6-BD19C684039A}"/>
              </a:ext>
            </a:extLst>
          </p:cNvPr>
          <p:cNvSpPr>
            <a:spLocks noGrp="1"/>
          </p:cNvSpPr>
          <p:nvPr>
            <p:ph type="ctrTitle"/>
          </p:nvPr>
        </p:nvSpPr>
        <p:spPr>
          <a:xfrm>
            <a:off x="1249326" y="919716"/>
            <a:ext cx="8504275" cy="3551275"/>
          </a:xfrm>
        </p:spPr>
        <p:txBody>
          <a:bodyPr anchor="b">
            <a:normAutofit/>
          </a:bodyPr>
          <a:lstStyle>
            <a:lvl1pPr algn="l">
              <a:lnSpc>
                <a:spcPct val="100000"/>
              </a:lnSpc>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27E7FE-647D-4B2F-BA13-AB3ED4C5CF5A}"/>
              </a:ext>
            </a:extLst>
          </p:cNvPr>
          <p:cNvSpPr>
            <a:spLocks noGrp="1"/>
          </p:cNvSpPr>
          <p:nvPr>
            <p:ph type="subTitle" idx="1"/>
          </p:nvPr>
        </p:nvSpPr>
        <p:spPr>
          <a:xfrm>
            <a:off x="1249326" y="4795284"/>
            <a:ext cx="8504275" cy="1084522"/>
          </a:xfrm>
        </p:spPr>
        <p:txBody>
          <a:bodyPr>
            <a:normAutofit/>
          </a:bodyPr>
          <a:lstStyle>
            <a:lvl1pPr marL="0" indent="0" algn="l">
              <a:lnSpc>
                <a:spcPct val="120000"/>
              </a:lnSpc>
              <a:buNone/>
              <a:defRPr sz="16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A5EF785-E0A7-4496-A5BA-49B0156F2628}"/>
              </a:ext>
            </a:extLst>
          </p:cNvPr>
          <p:cNvSpPr>
            <a:spLocks noGrp="1"/>
          </p:cNvSpPr>
          <p:nvPr>
            <p:ph type="dt" sz="half" idx="10"/>
          </p:nvPr>
        </p:nvSpPr>
        <p:spPr>
          <a:xfrm>
            <a:off x="8964706" y="6433202"/>
            <a:ext cx="2426446" cy="367841"/>
          </a:xfrm>
        </p:spPr>
        <p:txBody>
          <a:bodyPr/>
          <a:lstStyle/>
          <a:p>
            <a:endParaRPr lang="en-US" dirty="0"/>
          </a:p>
        </p:txBody>
      </p:sp>
      <p:sp>
        <p:nvSpPr>
          <p:cNvPr id="5" name="Footer Placeholder 4">
            <a:extLst>
              <a:ext uri="{FF2B5EF4-FFF2-40B4-BE49-F238E27FC236}">
                <a16:creationId xmlns:a16="http://schemas.microsoft.com/office/drawing/2014/main" id="{4742C627-38A1-4A14-8822-D8D33751CA30}"/>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2EEBE346-5F34-48CD-8928-DA8567AEDD15}"/>
              </a:ext>
            </a:extLst>
          </p:cNvPr>
          <p:cNvSpPr>
            <a:spLocks noGrp="1"/>
          </p:cNvSpPr>
          <p:nvPr>
            <p:ph type="sldNum" sz="quarter" idx="12"/>
          </p:nvPr>
        </p:nvSpPr>
        <p:spPr>
          <a:xfrm>
            <a:off x="11391152" y="6433203"/>
            <a:ext cx="702781" cy="367842"/>
          </a:xfrm>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22363829"/>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9839C-7D7A-49F1-8BFE-85C6C7D78BE7}"/>
              </a:ext>
            </a:extLst>
          </p:cNvPr>
          <p:cNvSpPr>
            <a:spLocks noGrp="1"/>
          </p:cNvSpPr>
          <p:nvPr>
            <p:ph type="title"/>
          </p:nvPr>
        </p:nvSpPr>
        <p:spPr>
          <a:xfrm>
            <a:off x="905256" y="590668"/>
            <a:ext cx="9914859" cy="1329004"/>
          </a:xfrm>
        </p:spPr>
        <p:txBody>
          <a:bodyPr>
            <a:normAutofit/>
          </a:bodyPr>
          <a:lstStyle>
            <a:lvl1pPr>
              <a:lnSpc>
                <a:spcPct val="100000"/>
              </a:lnSpc>
              <a:defRPr sz="4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C7E748DC-EBB9-44C6-8566-38F87FF7FD53}"/>
              </a:ext>
            </a:extLst>
          </p:cNvPr>
          <p:cNvSpPr>
            <a:spLocks noGrp="1"/>
          </p:cNvSpPr>
          <p:nvPr>
            <p:ph idx="1"/>
          </p:nvPr>
        </p:nvSpPr>
        <p:spPr>
          <a:xfrm>
            <a:off x="914400" y="1919673"/>
            <a:ext cx="9914860" cy="4123318"/>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F7342198-F50F-4C8A-9BD9-4CC3950F8FA8}"/>
              </a:ext>
            </a:extLst>
          </p:cNvPr>
          <p:cNvSpPr>
            <a:spLocks noGrp="1"/>
          </p:cNvSpPr>
          <p:nvPr>
            <p:ph type="dt" sz="half" idx="10"/>
          </p:nvPr>
        </p:nvSpPr>
        <p:spPr>
          <a:xfrm>
            <a:off x="9323285" y="6434524"/>
            <a:ext cx="2067867" cy="365125"/>
          </a:xfrm>
        </p:spPr>
        <p:txBody>
          <a:bodyPr/>
          <a:lstStyle>
            <a:lvl1pPr algn="r">
              <a:defRPr>
                <a:solidFill>
                  <a:schemeClr val="bg1"/>
                </a:solidFill>
              </a:defRPr>
            </a:lvl1pPr>
          </a:lstStyle>
          <a:p>
            <a:endParaRPr lang="en-US" dirty="0"/>
          </a:p>
        </p:txBody>
      </p:sp>
      <p:sp>
        <p:nvSpPr>
          <p:cNvPr id="5" name="Footer Placeholder 4">
            <a:extLst>
              <a:ext uri="{FF2B5EF4-FFF2-40B4-BE49-F238E27FC236}">
                <a16:creationId xmlns:a16="http://schemas.microsoft.com/office/drawing/2014/main" id="{BFA2F5AB-D8C6-4AE1-8FAE-CD0499CB6D03}"/>
              </a:ext>
            </a:extLst>
          </p:cNvPr>
          <p:cNvSpPr>
            <a:spLocks noGrp="1"/>
          </p:cNvSpPr>
          <p:nvPr>
            <p:ph type="ftr" sz="quarter" idx="11"/>
          </p:nvPr>
        </p:nvSpPr>
        <p:spPr>
          <a:xfrm>
            <a:off x="173736" y="6437376"/>
            <a:ext cx="3775914" cy="365125"/>
          </a:xfrm>
        </p:spPr>
        <p:txBody>
          <a:bodyPr/>
          <a:lstStyle>
            <a:lvl1pPr algn="l">
              <a:defRPr>
                <a:solidFill>
                  <a:schemeClr val="accent2"/>
                </a:solidFill>
              </a:defRPr>
            </a:lvl1pPr>
          </a:lstStyle>
          <a:p>
            <a:endParaRPr lang="en-US" sz="1000" dirty="0"/>
          </a:p>
        </p:txBody>
      </p:sp>
      <p:sp>
        <p:nvSpPr>
          <p:cNvPr id="6" name="Slide Number Placeholder 5">
            <a:extLst>
              <a:ext uri="{FF2B5EF4-FFF2-40B4-BE49-F238E27FC236}">
                <a16:creationId xmlns:a16="http://schemas.microsoft.com/office/drawing/2014/main" id="{175C58D8-B582-4DB3-A94D-056240199750}"/>
              </a:ext>
            </a:extLst>
          </p:cNvPr>
          <p:cNvSpPr>
            <a:spLocks noGrp="1"/>
          </p:cNvSpPr>
          <p:nvPr>
            <p:ph type="sldNum" sz="quarter" idx="12"/>
          </p:nvPr>
        </p:nvSpPr>
        <p:spPr>
          <a:xfrm>
            <a:off x="11391152" y="6434524"/>
            <a:ext cx="693261" cy="365125"/>
          </a:xfrm>
        </p:spPr>
        <p:txBody>
          <a:bodyPr/>
          <a:lstStyle>
            <a:lvl1pPr>
              <a:defRPr>
                <a:solidFill>
                  <a:schemeClr val="bg1"/>
                </a:solidFill>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82093947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8A94B-011C-4B13-8C12-E91BF7A40087}"/>
              </a:ext>
            </a:extLst>
          </p:cNvPr>
          <p:cNvSpPr>
            <a:spLocks noGrp="1"/>
          </p:cNvSpPr>
          <p:nvPr>
            <p:ph type="title"/>
          </p:nvPr>
        </p:nvSpPr>
        <p:spPr>
          <a:xfrm>
            <a:off x="1524000" y="1320800"/>
            <a:ext cx="9144000" cy="3095813"/>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716D5F3-887C-4A8F-842A-0294A9FB0818}"/>
              </a:ext>
            </a:extLst>
          </p:cNvPr>
          <p:cNvSpPr>
            <a:spLocks noGrp="1"/>
          </p:cNvSpPr>
          <p:nvPr>
            <p:ph type="body" idx="1"/>
          </p:nvPr>
        </p:nvSpPr>
        <p:spPr>
          <a:xfrm>
            <a:off x="1523999" y="4589463"/>
            <a:ext cx="914400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B94588B-131A-42F3-B76C-62BD65E4806B}"/>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E111AB28-20BD-4CD8-9840-985C3EDBA16F}"/>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E753C85C-3801-46F0-A100-616F5F2F82E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42187021"/>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F5CB06-0454-4BF1-8011-F8B1A95954F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F920A70-D33B-4461-B74C-3F59ADB16141}"/>
              </a:ext>
            </a:extLst>
          </p:cNvPr>
          <p:cNvSpPr>
            <a:spLocks noGrp="1"/>
          </p:cNvSpPr>
          <p:nvPr>
            <p:ph sz="half" idx="1"/>
          </p:nvPr>
        </p:nvSpPr>
        <p:spPr>
          <a:xfrm>
            <a:off x="1408813" y="2163725"/>
            <a:ext cx="4610986" cy="40132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881BDF9-836E-431C-8EFA-417A9BEE9F4B}"/>
              </a:ext>
            </a:extLst>
          </p:cNvPr>
          <p:cNvSpPr>
            <a:spLocks noGrp="1"/>
          </p:cNvSpPr>
          <p:nvPr>
            <p:ph sz="half" idx="2"/>
          </p:nvPr>
        </p:nvSpPr>
        <p:spPr>
          <a:xfrm>
            <a:off x="6257260" y="2163725"/>
            <a:ext cx="4853763" cy="40132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7CBD9F59-B591-4E2F-899E-3CA78CE82D45}"/>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046CFD12-B3EC-432C-B264-8AB571CAAFD5}"/>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48F3CBBA-71B3-4857-80E7-525E89FD903F}"/>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62290508"/>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1886-4F39-4E3E-948D-DBC73F267AED}"/>
              </a:ext>
            </a:extLst>
          </p:cNvPr>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B2C7B2A-B6BE-46FD-9278-A5246BF7EEB8}"/>
              </a:ext>
            </a:extLst>
          </p:cNvPr>
          <p:cNvSpPr>
            <a:spLocks noGrp="1"/>
          </p:cNvSpPr>
          <p:nvPr>
            <p:ph type="body" idx="1"/>
          </p:nvPr>
        </p:nvSpPr>
        <p:spPr>
          <a:xfrm>
            <a:off x="839788" y="1681163"/>
            <a:ext cx="5157787"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E85295-E4B5-4D75-954F-B07A2F4CABF8}"/>
              </a:ext>
            </a:extLst>
          </p:cNvPr>
          <p:cNvSpPr>
            <a:spLocks noGrp="1"/>
          </p:cNvSpPr>
          <p:nvPr>
            <p:ph sz="half" idx="2"/>
          </p:nvPr>
        </p:nvSpPr>
        <p:spPr>
          <a:xfrm>
            <a:off x="839788" y="2635623"/>
            <a:ext cx="5157787" cy="3554039"/>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E687ABF0-C78D-4589-8FA5-0D6238B4B084}"/>
              </a:ext>
            </a:extLst>
          </p:cNvPr>
          <p:cNvSpPr>
            <a:spLocks noGrp="1"/>
          </p:cNvSpPr>
          <p:nvPr>
            <p:ph type="body" sz="quarter" idx="3"/>
          </p:nvPr>
        </p:nvSpPr>
        <p:spPr>
          <a:xfrm>
            <a:off x="6172200" y="1681163"/>
            <a:ext cx="5183188" cy="823912"/>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6A4064-2E0A-4FC3-837B-14EC0EF3A652}"/>
              </a:ext>
            </a:extLst>
          </p:cNvPr>
          <p:cNvSpPr>
            <a:spLocks noGrp="1"/>
          </p:cNvSpPr>
          <p:nvPr>
            <p:ph sz="quarter" idx="4"/>
          </p:nvPr>
        </p:nvSpPr>
        <p:spPr>
          <a:xfrm>
            <a:off x="6172200" y="2635623"/>
            <a:ext cx="5183188" cy="3554040"/>
          </a:xfrm>
        </p:spPr>
        <p:txBody>
          <a:bodyPr>
            <a:normAutofit/>
          </a:bodyPr>
          <a:lstStyle>
            <a:lvl1pPr>
              <a:defRPr sz="24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8E3C169-8D29-4CC4-9581-748178F3C00A}"/>
              </a:ext>
            </a:extLst>
          </p:cNvPr>
          <p:cNvSpPr>
            <a:spLocks noGrp="1"/>
          </p:cNvSpPr>
          <p:nvPr>
            <p:ph type="dt" sz="half" idx="10"/>
          </p:nvPr>
        </p:nvSpPr>
        <p:spPr/>
        <p:txBody>
          <a:bodyPr/>
          <a:lstStyle/>
          <a:p>
            <a:endParaRPr lang="en-US" dirty="0"/>
          </a:p>
        </p:txBody>
      </p:sp>
      <p:sp>
        <p:nvSpPr>
          <p:cNvPr id="8" name="Footer Placeholder 7">
            <a:extLst>
              <a:ext uri="{FF2B5EF4-FFF2-40B4-BE49-F238E27FC236}">
                <a16:creationId xmlns:a16="http://schemas.microsoft.com/office/drawing/2014/main" id="{F14EC709-AAD9-475C-AC6A-943A8E872A97}"/>
              </a:ext>
            </a:extLst>
          </p:cNvPr>
          <p:cNvSpPr>
            <a:spLocks noGrp="1"/>
          </p:cNvSpPr>
          <p:nvPr>
            <p:ph type="ftr" sz="quarter" idx="11"/>
          </p:nvPr>
        </p:nvSpPr>
        <p:spPr/>
        <p:txBody>
          <a:bodyPr/>
          <a:lstStyle/>
          <a:p>
            <a:endParaRPr lang="en-US" sz="1000" dirty="0"/>
          </a:p>
        </p:txBody>
      </p:sp>
      <p:sp>
        <p:nvSpPr>
          <p:cNvPr id="9" name="Slide Number Placeholder 8">
            <a:extLst>
              <a:ext uri="{FF2B5EF4-FFF2-40B4-BE49-F238E27FC236}">
                <a16:creationId xmlns:a16="http://schemas.microsoft.com/office/drawing/2014/main" id="{020C0E3E-587D-46EB-AAF5-011C137B030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342109739"/>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3E062-B7F5-4D30-B416-1BBB4A7D0F0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1BDFF7A-EBD3-4FEB-8451-5D7355069117}"/>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8F54A2D-2C4B-4E1D-AC16-E3B1F1DDB562}"/>
              </a:ext>
            </a:extLst>
          </p:cNvPr>
          <p:cNvSpPr>
            <a:spLocks noGrp="1"/>
          </p:cNvSpPr>
          <p:nvPr>
            <p:ph type="ftr" sz="quarter" idx="11"/>
          </p:nvPr>
        </p:nvSpPr>
        <p:spPr/>
        <p:txBody>
          <a:bodyPr/>
          <a:lstStyle/>
          <a:p>
            <a:endParaRPr lang="en-US" sz="1000" dirty="0"/>
          </a:p>
        </p:txBody>
      </p:sp>
      <p:sp>
        <p:nvSpPr>
          <p:cNvPr id="5" name="Slide Number Placeholder 4">
            <a:extLst>
              <a:ext uri="{FF2B5EF4-FFF2-40B4-BE49-F238E27FC236}">
                <a16:creationId xmlns:a16="http://schemas.microsoft.com/office/drawing/2014/main" id="{2C11F373-DB96-4AEA-8E3E-7EDEA213DEEC}"/>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908977107"/>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485D4-41D3-4182-8DFE-2E0713EC0B8A}"/>
              </a:ext>
            </a:extLst>
          </p:cNvPr>
          <p:cNvSpPr>
            <a:spLocks noGrp="1"/>
          </p:cNvSpPr>
          <p:nvPr>
            <p:ph type="dt" sz="half" idx="10"/>
          </p:nvPr>
        </p:nvSpPr>
        <p:spPr/>
        <p:txBody>
          <a:bodyPr/>
          <a:lstStyle/>
          <a:p>
            <a:endParaRPr lang="en-US" dirty="0"/>
          </a:p>
        </p:txBody>
      </p:sp>
      <p:sp>
        <p:nvSpPr>
          <p:cNvPr id="3" name="Footer Placeholder 2">
            <a:extLst>
              <a:ext uri="{FF2B5EF4-FFF2-40B4-BE49-F238E27FC236}">
                <a16:creationId xmlns:a16="http://schemas.microsoft.com/office/drawing/2014/main" id="{C9753C5C-8415-4BF0-810D-A4C22F695ECF}"/>
              </a:ext>
            </a:extLst>
          </p:cNvPr>
          <p:cNvSpPr>
            <a:spLocks noGrp="1"/>
          </p:cNvSpPr>
          <p:nvPr>
            <p:ph type="ftr" sz="quarter" idx="11"/>
          </p:nvPr>
        </p:nvSpPr>
        <p:spPr/>
        <p:txBody>
          <a:bodyPr/>
          <a:lstStyle/>
          <a:p>
            <a:endParaRPr lang="en-US" sz="1000" dirty="0"/>
          </a:p>
        </p:txBody>
      </p:sp>
      <p:sp>
        <p:nvSpPr>
          <p:cNvPr id="4" name="Slide Number Placeholder 3">
            <a:extLst>
              <a:ext uri="{FF2B5EF4-FFF2-40B4-BE49-F238E27FC236}">
                <a16:creationId xmlns:a16="http://schemas.microsoft.com/office/drawing/2014/main" id="{545EBFEA-4321-48C4-9CA1-43517540C698}"/>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1539427448"/>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09F8C-8071-4BE5-AD6F-C98F481D17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34135B3-14BA-4A88-B6B3-88B77B1C63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77C3A4D-5B69-44B4-B17F-770E83F008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F1C41D-2A59-4512-8034-6DB705787D7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D85C494-778C-4EE6-9402-242E1CDD9A69}"/>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6F5677B9-C338-4033-9AFE-B8B81C5D8139}"/>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4739245"/>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B77DE-4C2E-476F-A419-57470FB66D9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9FD1A0-93AE-469A-ADDF-2453B64CAAF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C119C9C-EF97-4910-9419-6D7202609E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7A87172-A64E-4C38-82ED-2A7050B0FB68}"/>
              </a:ext>
            </a:extLst>
          </p:cNvPr>
          <p:cNvSpPr>
            <a:spLocks noGrp="1"/>
          </p:cNvSpPr>
          <p:nvPr>
            <p:ph type="dt" sz="half" idx="10"/>
          </p:nvPr>
        </p:nvSpPr>
        <p:spPr/>
        <p:txBody>
          <a:bodyPr/>
          <a:lstStyle/>
          <a:p>
            <a:endParaRPr lang="en-US" dirty="0"/>
          </a:p>
        </p:txBody>
      </p:sp>
      <p:sp>
        <p:nvSpPr>
          <p:cNvPr id="6" name="Footer Placeholder 5">
            <a:extLst>
              <a:ext uri="{FF2B5EF4-FFF2-40B4-BE49-F238E27FC236}">
                <a16:creationId xmlns:a16="http://schemas.microsoft.com/office/drawing/2014/main" id="{BC0C3E24-28E2-4512-BEA0-DAEC5E8465CB}"/>
              </a:ext>
            </a:extLst>
          </p:cNvPr>
          <p:cNvSpPr>
            <a:spLocks noGrp="1"/>
          </p:cNvSpPr>
          <p:nvPr>
            <p:ph type="ftr" sz="quarter" idx="11"/>
          </p:nvPr>
        </p:nvSpPr>
        <p:spPr/>
        <p:txBody>
          <a:bodyPr/>
          <a:lstStyle/>
          <a:p>
            <a:endParaRPr lang="en-US" sz="1000" dirty="0"/>
          </a:p>
        </p:txBody>
      </p:sp>
      <p:sp>
        <p:nvSpPr>
          <p:cNvPr id="7" name="Slide Number Placeholder 6">
            <a:extLst>
              <a:ext uri="{FF2B5EF4-FFF2-40B4-BE49-F238E27FC236}">
                <a16:creationId xmlns:a16="http://schemas.microsoft.com/office/drawing/2014/main" id="{01F04F0D-DA84-434D-B136-BEE9FD80AB9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60365268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AB05F0-2B44-47BC-86B3-58E2C70806B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FA5B5DA-7628-4AC1-8EAE-5010C2A9812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EA4E7C3-7830-49F3-9F45-4B2F2B4CAC93}"/>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1845E328-AD12-449C-BE6E-76DF005E8686}"/>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7F0F374F-390D-49D8-A7C8-5BEFA3532345}"/>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749856159"/>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C50F530-2925-4F98-89EC-95C2EC4769D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1A79366-3281-483D-8731-0D01B2B24A3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5ED8B2-BE7F-4417-8A8A-A95C8BB70827}"/>
              </a:ext>
            </a:extLst>
          </p:cNvPr>
          <p:cNvSpPr>
            <a:spLocks noGrp="1"/>
          </p:cNvSpPr>
          <p:nvPr>
            <p:ph type="dt" sz="half" idx="10"/>
          </p:nvPr>
        </p:nvSpPr>
        <p:spPr/>
        <p:txBody>
          <a:bodyPr/>
          <a:lstStyle/>
          <a:p>
            <a:endParaRPr lang="en-US" dirty="0"/>
          </a:p>
        </p:txBody>
      </p:sp>
      <p:sp>
        <p:nvSpPr>
          <p:cNvPr id="5" name="Footer Placeholder 4">
            <a:extLst>
              <a:ext uri="{FF2B5EF4-FFF2-40B4-BE49-F238E27FC236}">
                <a16:creationId xmlns:a16="http://schemas.microsoft.com/office/drawing/2014/main" id="{A01A0D96-671F-4A85-89C6-946624CB1E0B}"/>
              </a:ext>
            </a:extLst>
          </p:cNvPr>
          <p:cNvSpPr>
            <a:spLocks noGrp="1"/>
          </p:cNvSpPr>
          <p:nvPr>
            <p:ph type="ftr" sz="quarter" idx="11"/>
          </p:nvPr>
        </p:nvSpPr>
        <p:spPr/>
        <p:txBody>
          <a:bodyPr/>
          <a:lstStyle/>
          <a:p>
            <a:endParaRPr lang="en-US" sz="1000" dirty="0"/>
          </a:p>
        </p:txBody>
      </p:sp>
      <p:sp>
        <p:nvSpPr>
          <p:cNvPr id="6" name="Slide Number Placeholder 5">
            <a:extLst>
              <a:ext uri="{FF2B5EF4-FFF2-40B4-BE49-F238E27FC236}">
                <a16:creationId xmlns:a16="http://schemas.microsoft.com/office/drawing/2014/main" id="{585BA434-2E32-4719-B45C-0490D685265D}"/>
              </a:ext>
            </a:extLst>
          </p:cNvPr>
          <p:cNvSpPr>
            <a:spLocks noGrp="1"/>
          </p:cNvSpPr>
          <p:nvPr>
            <p:ph type="sldNum" sz="quarter" idx="12"/>
          </p:nvPr>
        </p:nvSpPr>
        <p:spPr/>
        <p:txBody>
          <a:body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036110120"/>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Title 1">
    <p:bg>
      <p:bgPr>
        <a:solidFill>
          <a:schemeClr val="accent2"/>
        </a:solid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45040DA2-B75D-1B49-51F9-967501F7F67B}"/>
              </a:ext>
            </a:extLst>
          </p:cNvPr>
          <p:cNvSpPr>
            <a:spLocks noGrp="1"/>
          </p:cNvSpPr>
          <p:nvPr>
            <p:ph type="title" hasCustomPrompt="1"/>
          </p:nvPr>
        </p:nvSpPr>
        <p:spPr>
          <a:xfrm>
            <a:off x="994876" y="887638"/>
            <a:ext cx="10202248" cy="5094496"/>
          </a:xfrm>
        </p:spPr>
        <p:txBody>
          <a:bodyPr/>
          <a:lstStyle>
            <a:lvl1pPr algn="ctr">
              <a:defRPr sz="4800">
                <a:solidFill>
                  <a:schemeClr val="bg1"/>
                </a:solidFill>
              </a:defRPr>
            </a:lvl1pPr>
          </a:lstStyle>
          <a:p>
            <a:r>
              <a:rPr lang="en-US" dirty="0"/>
              <a:t>Click to add title</a:t>
            </a:r>
          </a:p>
        </p:txBody>
      </p:sp>
      <p:sp>
        <p:nvSpPr>
          <p:cNvPr id="3" name="Slide Number Placeholder 5">
            <a:extLst>
              <a:ext uri="{FF2B5EF4-FFF2-40B4-BE49-F238E27FC236}">
                <a16:creationId xmlns:a16="http://schemas.microsoft.com/office/drawing/2014/main" id="{C663CA19-070F-D373-ED8C-B6F895D11B84}"/>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
        <p:nvSpPr>
          <p:cNvPr id="2" name="Rectangle 1">
            <a:extLst>
              <a:ext uri="{FF2B5EF4-FFF2-40B4-BE49-F238E27FC236}">
                <a16:creationId xmlns:a16="http://schemas.microsoft.com/office/drawing/2014/main" id="{8E93BDAB-CB06-403B-00FD-9D1C2812A298}"/>
              </a:ext>
              <a:ext uri="{C183D7F6-B498-43B3-948B-1728B52AA6E4}">
                <adec:decorative xmlns:adec="http://schemas.microsoft.com/office/drawing/2017/decorative" val="1"/>
              </a:ext>
            </a:extLst>
          </p:cNvPr>
          <p:cNvSpPr/>
          <p:nvPr userDrawn="1"/>
        </p:nvSpPr>
        <p:spPr>
          <a:xfrm rot="5400000">
            <a:off x="-2990939" y="2990938"/>
            <a:ext cx="6855801"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A6FB1FDB-9C8A-890A-5051-8D49E105FD49}"/>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reeform 21">
            <a:extLst>
              <a:ext uri="{FF2B5EF4-FFF2-40B4-BE49-F238E27FC236}">
                <a16:creationId xmlns:a16="http://schemas.microsoft.com/office/drawing/2014/main" id="{46056E81-9CB5-42E9-6689-B711F575C8F2}"/>
              </a:ext>
              <a:ext uri="{C183D7F6-B498-43B3-948B-1728B52AA6E4}">
                <adec:decorative xmlns:adec="http://schemas.microsoft.com/office/drawing/2017/decorative" val="1"/>
              </a:ext>
            </a:extLst>
          </p:cNvPr>
          <p:cNvSpPr/>
          <p:nvPr userDrawn="1"/>
        </p:nvSpPr>
        <p:spPr>
          <a:xfrm flipV="1">
            <a:off x="8981493" y="0"/>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7" name="Freeform 22">
            <a:extLst>
              <a:ext uri="{FF2B5EF4-FFF2-40B4-BE49-F238E27FC236}">
                <a16:creationId xmlns:a16="http://schemas.microsoft.com/office/drawing/2014/main" id="{3D075254-6FC4-6738-BBBE-1BACB99E424A}"/>
              </a:ext>
              <a:ext uri="{C183D7F6-B498-43B3-948B-1728B52AA6E4}">
                <adec:decorative xmlns:adec="http://schemas.microsoft.com/office/drawing/2017/decorative" val="1"/>
              </a:ext>
            </a:extLst>
          </p:cNvPr>
          <p:cNvSpPr>
            <a:spLocks noChangeAspect="1"/>
          </p:cNvSpPr>
          <p:nvPr userDrawn="1"/>
        </p:nvSpPr>
        <p:spPr>
          <a:xfrm flipH="1" flipV="1">
            <a:off x="0" y="-8"/>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305620285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userDrawn="1">
  <p:cSld name="Title and 2 Colum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A3FFEEC7-A0A7-27CB-3F2D-796281DCDC94}"/>
              </a:ext>
              <a:ext uri="{C183D7F6-B498-43B3-948B-1728B52AA6E4}">
                <adec:decorative xmlns:adec="http://schemas.microsoft.com/office/drawing/2017/decorative" val="1"/>
              </a:ext>
            </a:extLst>
          </p:cNvPr>
          <p:cNvSpPr/>
          <p:nvPr userDrawn="1"/>
        </p:nvSpPr>
        <p:spPr>
          <a:xfrm>
            <a:off x="1" y="5983104"/>
            <a:ext cx="12192000"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Freeform 20">
            <a:extLst>
              <a:ext uri="{FF2B5EF4-FFF2-40B4-BE49-F238E27FC236}">
                <a16:creationId xmlns:a16="http://schemas.microsoft.com/office/drawing/2014/main" id="{2DCCFF86-2471-421E-E5FF-E38943252F15}"/>
              </a:ext>
              <a:ext uri="{C183D7F6-B498-43B3-948B-1728B52AA6E4}">
                <adec:decorative xmlns:adec="http://schemas.microsoft.com/office/drawing/2017/decorative" val="1"/>
              </a:ext>
            </a:extLst>
          </p:cNvPr>
          <p:cNvSpPr>
            <a:spLocks noChangeAspect="1"/>
          </p:cNvSpPr>
          <p:nvPr userDrawn="1"/>
        </p:nvSpPr>
        <p:spPr>
          <a:xfrm flipH="1" flipV="1">
            <a:off x="0" y="0"/>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7" name="Freeform 21">
            <a:extLst>
              <a:ext uri="{FF2B5EF4-FFF2-40B4-BE49-F238E27FC236}">
                <a16:creationId xmlns:a16="http://schemas.microsoft.com/office/drawing/2014/main" id="{8300B484-623C-071D-E849-138F761417EE}"/>
              </a:ext>
              <a:ext uri="{C183D7F6-B498-43B3-948B-1728B52AA6E4}">
                <adec:decorative xmlns:adec="http://schemas.microsoft.com/office/drawing/2017/decorative" val="1"/>
              </a:ext>
            </a:extLst>
          </p:cNvPr>
          <p:cNvSpPr>
            <a:spLocks noChangeAspect="1"/>
          </p:cNvSpPr>
          <p:nvPr userDrawn="1"/>
        </p:nvSpPr>
        <p:spPr>
          <a:xfrm rot="16200000" flipH="1" flipV="1">
            <a:off x="-433923" y="5546255"/>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Title 18">
            <a:extLst>
              <a:ext uri="{FF2B5EF4-FFF2-40B4-BE49-F238E27FC236}">
                <a16:creationId xmlns:a16="http://schemas.microsoft.com/office/drawing/2014/main" id="{99A6249F-0E28-0ABF-FE63-7ECC0E106258}"/>
              </a:ext>
            </a:extLst>
          </p:cNvPr>
          <p:cNvSpPr>
            <a:spLocks noGrp="1"/>
          </p:cNvSpPr>
          <p:nvPr>
            <p:ph type="title" hasCustomPrompt="1"/>
          </p:nvPr>
        </p:nvSpPr>
        <p:spPr>
          <a:xfrm>
            <a:off x="1362805" y="344399"/>
            <a:ext cx="9599008" cy="1729547"/>
          </a:xfrm>
        </p:spPr>
        <p:txBody>
          <a:bodyPr>
            <a:normAutofit/>
          </a:bodyPr>
          <a:lstStyle>
            <a:lvl1pPr>
              <a:defRPr sz="3600">
                <a:solidFill>
                  <a:schemeClr val="accent2">
                    <a:lumMod val="75000"/>
                  </a:schemeClr>
                </a:solidFill>
              </a:defRPr>
            </a:lvl1pPr>
          </a:lstStyle>
          <a:p>
            <a:r>
              <a:rPr lang="en-US" dirty="0"/>
              <a:t>Click to add title</a:t>
            </a:r>
          </a:p>
        </p:txBody>
      </p:sp>
      <p:sp>
        <p:nvSpPr>
          <p:cNvPr id="21" name="Content Placeholder 20">
            <a:extLst>
              <a:ext uri="{FF2B5EF4-FFF2-40B4-BE49-F238E27FC236}">
                <a16:creationId xmlns:a16="http://schemas.microsoft.com/office/drawing/2014/main" id="{CCC29225-33B5-6D19-F0BA-DE3F864F640A}"/>
              </a:ext>
            </a:extLst>
          </p:cNvPr>
          <p:cNvSpPr>
            <a:spLocks noGrp="1"/>
          </p:cNvSpPr>
          <p:nvPr>
            <p:ph sz="quarter" idx="10" hasCustomPrompt="1"/>
          </p:nvPr>
        </p:nvSpPr>
        <p:spPr>
          <a:xfrm>
            <a:off x="1370867" y="2274034"/>
            <a:ext cx="4643438" cy="3298630"/>
          </a:xfrm>
        </p:spPr>
        <p:txBody>
          <a:bodyPr>
            <a:normAutofit/>
          </a:bodyPr>
          <a:lstStyle>
            <a:lvl1pPr>
              <a:spcBef>
                <a:spcPts val="0"/>
              </a:spcBef>
              <a:spcAft>
                <a:spcPts val="600"/>
              </a:spcAft>
              <a:buClr>
                <a:schemeClr val="tx1"/>
              </a:buClr>
              <a:defRPr sz="1800"/>
            </a:lvl1pPr>
            <a:lvl2pPr>
              <a:spcBef>
                <a:spcPts val="0"/>
              </a:spcBef>
              <a:spcAft>
                <a:spcPts val="600"/>
              </a:spcAft>
              <a:buClr>
                <a:schemeClr val="tx1"/>
              </a:buClr>
              <a:defRPr sz="1600"/>
            </a:lvl2pPr>
            <a:lvl3pPr>
              <a:spcBef>
                <a:spcPts val="0"/>
              </a:spcBef>
              <a:spcAft>
                <a:spcPts val="600"/>
              </a:spcAft>
              <a:buClr>
                <a:schemeClr val="tx1"/>
              </a:buClr>
              <a:defRPr sz="1400"/>
            </a:lvl3pPr>
            <a:lvl4pPr>
              <a:spcBef>
                <a:spcPts val="0"/>
              </a:spcBef>
              <a:spcAft>
                <a:spcPts val="600"/>
              </a:spcAft>
              <a:buClr>
                <a:schemeClr val="tx1"/>
              </a:buClr>
              <a:defRPr sz="1200"/>
            </a:lvl4pPr>
            <a:lvl5pPr>
              <a:spcBef>
                <a:spcPts val="0"/>
              </a:spcBef>
              <a:spcAft>
                <a:spcPts val="600"/>
              </a:spcAft>
              <a:buClr>
                <a:schemeClr val="tx1"/>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2" name="Content Placeholder 20">
            <a:extLst>
              <a:ext uri="{FF2B5EF4-FFF2-40B4-BE49-F238E27FC236}">
                <a16:creationId xmlns:a16="http://schemas.microsoft.com/office/drawing/2014/main" id="{FB67020D-DF60-17C1-8DEC-EDECF653540F}"/>
              </a:ext>
            </a:extLst>
          </p:cNvPr>
          <p:cNvSpPr>
            <a:spLocks noGrp="1"/>
          </p:cNvSpPr>
          <p:nvPr>
            <p:ph sz="quarter" idx="11" hasCustomPrompt="1"/>
          </p:nvPr>
        </p:nvSpPr>
        <p:spPr>
          <a:xfrm>
            <a:off x="6318375" y="2274034"/>
            <a:ext cx="4643438" cy="3298630"/>
          </a:xfrm>
        </p:spPr>
        <p:txBody>
          <a:bodyPr>
            <a:normAutofit/>
          </a:bodyPr>
          <a:lstStyle>
            <a:lvl1pPr>
              <a:spcBef>
                <a:spcPts val="0"/>
              </a:spcBef>
              <a:spcAft>
                <a:spcPts val="600"/>
              </a:spcAft>
              <a:buClr>
                <a:schemeClr val="tx1"/>
              </a:buClr>
              <a:defRPr sz="1800"/>
            </a:lvl1pPr>
            <a:lvl2pPr>
              <a:spcBef>
                <a:spcPts val="0"/>
              </a:spcBef>
              <a:spcAft>
                <a:spcPts val="600"/>
              </a:spcAft>
              <a:buClr>
                <a:schemeClr val="tx1"/>
              </a:buClr>
              <a:defRPr sz="1600"/>
            </a:lvl2pPr>
            <a:lvl3pPr>
              <a:spcBef>
                <a:spcPts val="0"/>
              </a:spcBef>
              <a:spcAft>
                <a:spcPts val="600"/>
              </a:spcAft>
              <a:buClr>
                <a:schemeClr val="tx1"/>
              </a:buClr>
              <a:defRPr sz="1400"/>
            </a:lvl3pPr>
            <a:lvl4pPr>
              <a:spcBef>
                <a:spcPts val="0"/>
              </a:spcBef>
              <a:spcAft>
                <a:spcPts val="600"/>
              </a:spcAft>
              <a:buClr>
                <a:schemeClr val="tx1"/>
              </a:buClr>
              <a:defRPr sz="1200"/>
            </a:lvl4pPr>
            <a:lvl5pPr>
              <a:spcBef>
                <a:spcPts val="0"/>
              </a:spcBef>
              <a:spcAft>
                <a:spcPts val="600"/>
              </a:spcAft>
              <a:buClr>
                <a:schemeClr val="tx1"/>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Slide Number Placeholder 5">
            <a:extLst>
              <a:ext uri="{FF2B5EF4-FFF2-40B4-BE49-F238E27FC236}">
                <a16:creationId xmlns:a16="http://schemas.microsoft.com/office/drawing/2014/main" id="{75812651-A64E-FA0C-7D84-B20BA7C67313}"/>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9571040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userDrawn="1">
  <p:cSld name="Title and 2 Column 2">
    <p:spTree>
      <p:nvGrpSpPr>
        <p:cNvPr id="1" name=""/>
        <p:cNvGrpSpPr/>
        <p:nvPr/>
      </p:nvGrpSpPr>
      <p:grpSpPr>
        <a:xfrm>
          <a:off x="0" y="0"/>
          <a:ext cx="0" cy="0"/>
          <a:chOff x="0" y="0"/>
          <a:chExt cx="0" cy="0"/>
        </a:xfrm>
      </p:grpSpPr>
      <p:sp>
        <p:nvSpPr>
          <p:cNvPr id="2" name="Freeform 36">
            <a:extLst>
              <a:ext uri="{FF2B5EF4-FFF2-40B4-BE49-F238E27FC236}">
                <a16:creationId xmlns:a16="http://schemas.microsoft.com/office/drawing/2014/main" id="{F8F589DA-127F-E2E7-6ADA-1D3C04799932}"/>
              </a:ext>
              <a:ext uri="{C183D7F6-B498-43B3-948B-1728B52AA6E4}">
                <adec:decorative xmlns:adec="http://schemas.microsoft.com/office/drawing/2017/decorative" val="1"/>
              </a:ext>
            </a:extLst>
          </p:cNvPr>
          <p:cNvSpPr/>
          <p:nvPr userDrawn="1"/>
        </p:nvSpPr>
        <p:spPr>
          <a:xfrm>
            <a:off x="8991645" y="3657688"/>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Rectangle 7">
            <a:extLst>
              <a:ext uri="{FF2B5EF4-FFF2-40B4-BE49-F238E27FC236}">
                <a16:creationId xmlns:a16="http://schemas.microsoft.com/office/drawing/2014/main" id="{8700FBF0-749D-0FF0-74B6-3565174CA001}"/>
              </a:ext>
              <a:ext uri="{C183D7F6-B498-43B3-948B-1728B52AA6E4}">
                <adec:decorative xmlns:adec="http://schemas.microsoft.com/office/drawing/2017/decorative" val="1"/>
              </a:ext>
            </a:extLst>
          </p:cNvPr>
          <p:cNvSpPr/>
          <p:nvPr userDrawn="1"/>
        </p:nvSpPr>
        <p:spPr>
          <a:xfrm rot="5400000">
            <a:off x="-2992038" y="2992045"/>
            <a:ext cx="6858000"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0">
            <a:extLst>
              <a:ext uri="{FF2B5EF4-FFF2-40B4-BE49-F238E27FC236}">
                <a16:creationId xmlns:a16="http://schemas.microsoft.com/office/drawing/2014/main" id="{0DDA3FAB-74FF-4772-2BA4-B242E12ABEC7}"/>
              </a:ext>
              <a:ext uri="{C183D7F6-B498-43B3-948B-1728B52AA6E4}">
                <adec:decorative xmlns:adec="http://schemas.microsoft.com/office/drawing/2017/decorative" val="1"/>
              </a:ext>
            </a:extLst>
          </p:cNvPr>
          <p:cNvSpPr>
            <a:spLocks noChangeAspect="1"/>
          </p:cNvSpPr>
          <p:nvPr userDrawn="1"/>
        </p:nvSpPr>
        <p:spPr>
          <a:xfrm flipH="1" flipV="1">
            <a:off x="1" y="0"/>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Title 11">
            <a:extLst>
              <a:ext uri="{FF2B5EF4-FFF2-40B4-BE49-F238E27FC236}">
                <a16:creationId xmlns:a16="http://schemas.microsoft.com/office/drawing/2014/main" id="{FBE95B3E-84B8-3910-65C9-87914802BEA1}"/>
              </a:ext>
            </a:extLst>
          </p:cNvPr>
          <p:cNvSpPr>
            <a:spLocks noGrp="1"/>
          </p:cNvSpPr>
          <p:nvPr>
            <p:ph type="title" hasCustomPrompt="1"/>
          </p:nvPr>
        </p:nvSpPr>
        <p:spPr>
          <a:xfrm>
            <a:off x="1371598" y="369277"/>
            <a:ext cx="9590215" cy="1708514"/>
          </a:xfrm>
        </p:spPr>
        <p:txBody>
          <a:bodyPr>
            <a:normAutofit/>
          </a:bodyPr>
          <a:lstStyle>
            <a:lvl1pPr>
              <a:defRPr sz="3600">
                <a:solidFill>
                  <a:schemeClr val="accent2">
                    <a:lumMod val="75000"/>
                  </a:schemeClr>
                </a:solidFill>
              </a:defRPr>
            </a:lvl1pPr>
          </a:lstStyle>
          <a:p>
            <a:r>
              <a:rPr lang="en-US" dirty="0"/>
              <a:t>Click to add title</a:t>
            </a:r>
          </a:p>
        </p:txBody>
      </p:sp>
      <p:sp>
        <p:nvSpPr>
          <p:cNvPr id="13" name="Content Placeholder 20">
            <a:extLst>
              <a:ext uri="{FF2B5EF4-FFF2-40B4-BE49-F238E27FC236}">
                <a16:creationId xmlns:a16="http://schemas.microsoft.com/office/drawing/2014/main" id="{90BA2746-C141-C524-CDDE-DD672A80A2C8}"/>
              </a:ext>
            </a:extLst>
          </p:cNvPr>
          <p:cNvSpPr>
            <a:spLocks noGrp="1"/>
          </p:cNvSpPr>
          <p:nvPr>
            <p:ph sz="quarter" idx="10" hasCustomPrompt="1"/>
          </p:nvPr>
        </p:nvSpPr>
        <p:spPr>
          <a:xfrm>
            <a:off x="1370867" y="2274033"/>
            <a:ext cx="3347782" cy="3436653"/>
          </a:xfrm>
        </p:spPr>
        <p:txBody>
          <a:bodyPr>
            <a:normAutofit/>
          </a:bodyPr>
          <a:lstStyle>
            <a:lvl1pPr>
              <a:spcBef>
                <a:spcPts val="0"/>
              </a:spcBef>
              <a:spcAft>
                <a:spcPts val="600"/>
              </a:spcAft>
              <a:buClr>
                <a:schemeClr val="tx1"/>
              </a:buClr>
              <a:defRPr sz="1800" b="1"/>
            </a:lvl1pPr>
            <a:lvl2pPr>
              <a:spcBef>
                <a:spcPts val="0"/>
              </a:spcBef>
              <a:spcAft>
                <a:spcPts val="600"/>
              </a:spcAft>
              <a:buClr>
                <a:schemeClr val="tx1"/>
              </a:buClr>
              <a:defRPr sz="1600" b="1"/>
            </a:lvl2pPr>
            <a:lvl3pPr>
              <a:spcBef>
                <a:spcPts val="0"/>
              </a:spcBef>
              <a:spcAft>
                <a:spcPts val="600"/>
              </a:spcAft>
              <a:buClr>
                <a:schemeClr val="tx1"/>
              </a:buClr>
              <a:defRPr sz="1400" b="1"/>
            </a:lvl3pPr>
            <a:lvl4pPr>
              <a:spcBef>
                <a:spcPts val="0"/>
              </a:spcBef>
              <a:spcAft>
                <a:spcPts val="600"/>
              </a:spcAft>
              <a:buClr>
                <a:schemeClr val="tx1"/>
              </a:buClr>
              <a:defRPr sz="1200" b="1"/>
            </a:lvl4pPr>
            <a:lvl5pPr>
              <a:spcBef>
                <a:spcPts val="0"/>
              </a:spcBef>
              <a:spcAft>
                <a:spcPts val="600"/>
              </a:spcAft>
              <a:buClr>
                <a:schemeClr val="tx1"/>
              </a:buClr>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0">
            <a:extLst>
              <a:ext uri="{FF2B5EF4-FFF2-40B4-BE49-F238E27FC236}">
                <a16:creationId xmlns:a16="http://schemas.microsoft.com/office/drawing/2014/main" id="{53421E6F-1A11-40B7-DB53-FC96CE9D787B}"/>
              </a:ext>
            </a:extLst>
          </p:cNvPr>
          <p:cNvSpPr>
            <a:spLocks noGrp="1"/>
          </p:cNvSpPr>
          <p:nvPr>
            <p:ph sz="quarter" idx="11" hasCustomPrompt="1"/>
          </p:nvPr>
        </p:nvSpPr>
        <p:spPr>
          <a:xfrm>
            <a:off x="4925269" y="2274033"/>
            <a:ext cx="6036544" cy="3436653"/>
          </a:xfrm>
        </p:spPr>
        <p:txBody>
          <a:bodyPr>
            <a:normAutofit/>
          </a:bodyPr>
          <a:lstStyle>
            <a:lvl1pPr>
              <a:spcBef>
                <a:spcPts val="0"/>
              </a:spcBef>
              <a:spcAft>
                <a:spcPts val="600"/>
              </a:spcAft>
              <a:buClr>
                <a:schemeClr val="tx1"/>
              </a:buClr>
              <a:defRPr sz="1800"/>
            </a:lvl1pPr>
            <a:lvl2pPr>
              <a:spcBef>
                <a:spcPts val="0"/>
              </a:spcBef>
              <a:spcAft>
                <a:spcPts val="600"/>
              </a:spcAft>
              <a:buClr>
                <a:schemeClr val="tx1"/>
              </a:buClr>
              <a:defRPr sz="1600"/>
            </a:lvl2pPr>
            <a:lvl3pPr>
              <a:spcBef>
                <a:spcPts val="0"/>
              </a:spcBef>
              <a:spcAft>
                <a:spcPts val="600"/>
              </a:spcAft>
              <a:buClr>
                <a:schemeClr val="tx1"/>
              </a:buClr>
              <a:defRPr sz="1400"/>
            </a:lvl3pPr>
            <a:lvl4pPr>
              <a:spcBef>
                <a:spcPts val="0"/>
              </a:spcBef>
              <a:spcAft>
                <a:spcPts val="600"/>
              </a:spcAft>
              <a:buClr>
                <a:schemeClr val="tx1"/>
              </a:buClr>
              <a:defRPr sz="1200"/>
            </a:lvl4pPr>
            <a:lvl5pPr>
              <a:spcBef>
                <a:spcPts val="0"/>
              </a:spcBef>
              <a:spcAft>
                <a:spcPts val="600"/>
              </a:spcAft>
              <a:buClr>
                <a:schemeClr val="tx1"/>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078CC75E-2849-6C28-42BF-61EBFD22CDE7}"/>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279619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userDrawn="1">
  <p:cSld name="Title Content and Table">
    <p:spTree>
      <p:nvGrpSpPr>
        <p:cNvPr id="1" name=""/>
        <p:cNvGrpSpPr/>
        <p:nvPr/>
      </p:nvGrpSpPr>
      <p:grpSpPr>
        <a:xfrm>
          <a:off x="0" y="0"/>
          <a:ext cx="0" cy="0"/>
          <a:chOff x="0" y="0"/>
          <a:chExt cx="0" cy="0"/>
        </a:xfrm>
      </p:grpSpPr>
      <p:sp>
        <p:nvSpPr>
          <p:cNvPr id="5" name="Freeform 19">
            <a:extLst>
              <a:ext uri="{FF2B5EF4-FFF2-40B4-BE49-F238E27FC236}">
                <a16:creationId xmlns:a16="http://schemas.microsoft.com/office/drawing/2014/main" id="{37D82C4C-B372-8DAD-C78B-5A7079992701}"/>
              </a:ext>
              <a:ext uri="{C183D7F6-B498-43B3-948B-1728B52AA6E4}">
                <adec:decorative xmlns:adec="http://schemas.microsoft.com/office/drawing/2017/decorative" val="1"/>
              </a:ext>
            </a:extLst>
          </p:cNvPr>
          <p:cNvSpPr>
            <a:spLocks noChangeAspect="1"/>
          </p:cNvSpPr>
          <p:nvPr userDrawn="1"/>
        </p:nvSpPr>
        <p:spPr>
          <a:xfrm flipH="1" flipV="1">
            <a:off x="0" y="0"/>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9" name="Title 8">
            <a:extLst>
              <a:ext uri="{FF2B5EF4-FFF2-40B4-BE49-F238E27FC236}">
                <a16:creationId xmlns:a16="http://schemas.microsoft.com/office/drawing/2014/main" id="{CE543C86-04BB-A7E0-26E4-1A793E98CB9A}"/>
              </a:ext>
            </a:extLst>
          </p:cNvPr>
          <p:cNvSpPr>
            <a:spLocks noGrp="1"/>
          </p:cNvSpPr>
          <p:nvPr>
            <p:ph type="title" hasCustomPrompt="1"/>
          </p:nvPr>
        </p:nvSpPr>
        <p:spPr>
          <a:xfrm>
            <a:off x="1342052" y="345441"/>
            <a:ext cx="10202248" cy="1766918"/>
          </a:xfrm>
        </p:spPr>
        <p:txBody>
          <a:bodyPr>
            <a:normAutofit/>
          </a:bodyPr>
          <a:lstStyle>
            <a:lvl1pPr>
              <a:defRPr sz="3600">
                <a:solidFill>
                  <a:schemeClr val="accent2">
                    <a:lumMod val="75000"/>
                  </a:schemeClr>
                </a:solidFill>
              </a:defRPr>
            </a:lvl1pPr>
          </a:lstStyle>
          <a:p>
            <a:r>
              <a:rPr lang="en-US" dirty="0"/>
              <a:t>Click to add title</a:t>
            </a:r>
          </a:p>
        </p:txBody>
      </p:sp>
      <p:sp>
        <p:nvSpPr>
          <p:cNvPr id="10" name="Content Placeholder 20">
            <a:extLst>
              <a:ext uri="{FF2B5EF4-FFF2-40B4-BE49-F238E27FC236}">
                <a16:creationId xmlns:a16="http://schemas.microsoft.com/office/drawing/2014/main" id="{D1D15020-88F7-93D5-282B-0C23CB757886}"/>
              </a:ext>
            </a:extLst>
          </p:cNvPr>
          <p:cNvSpPr>
            <a:spLocks noGrp="1"/>
          </p:cNvSpPr>
          <p:nvPr>
            <p:ph sz="quarter" idx="11" hasCustomPrompt="1"/>
          </p:nvPr>
        </p:nvSpPr>
        <p:spPr>
          <a:xfrm>
            <a:off x="1371205" y="2282826"/>
            <a:ext cx="3180475" cy="3651250"/>
          </a:xfrm>
        </p:spPr>
        <p:txBody>
          <a:bodyPr>
            <a:normAutofit/>
          </a:bodyPr>
          <a:lstStyle>
            <a:lvl1pPr>
              <a:spcBef>
                <a:spcPts val="0"/>
              </a:spcBef>
              <a:spcAft>
                <a:spcPts val="600"/>
              </a:spcAft>
              <a:buClr>
                <a:schemeClr val="tx1"/>
              </a:buClr>
              <a:defRPr sz="1800" b="1"/>
            </a:lvl1pPr>
            <a:lvl2pPr>
              <a:spcBef>
                <a:spcPts val="0"/>
              </a:spcBef>
              <a:spcAft>
                <a:spcPts val="600"/>
              </a:spcAft>
              <a:buClr>
                <a:schemeClr val="tx1"/>
              </a:buClr>
              <a:defRPr sz="1600" b="1"/>
            </a:lvl2pPr>
            <a:lvl3pPr>
              <a:spcBef>
                <a:spcPts val="0"/>
              </a:spcBef>
              <a:spcAft>
                <a:spcPts val="600"/>
              </a:spcAft>
              <a:buClr>
                <a:schemeClr val="tx1"/>
              </a:buClr>
              <a:defRPr sz="1400" b="1"/>
            </a:lvl3pPr>
            <a:lvl4pPr>
              <a:spcBef>
                <a:spcPts val="0"/>
              </a:spcBef>
              <a:spcAft>
                <a:spcPts val="600"/>
              </a:spcAft>
              <a:buClr>
                <a:schemeClr val="tx1"/>
              </a:buClr>
              <a:defRPr sz="1200" b="1"/>
            </a:lvl4pPr>
            <a:lvl5pPr>
              <a:spcBef>
                <a:spcPts val="0"/>
              </a:spcBef>
              <a:spcAft>
                <a:spcPts val="600"/>
              </a:spcAft>
              <a:buClr>
                <a:schemeClr val="tx1"/>
              </a:buClr>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able Placeholder 11">
            <a:extLst>
              <a:ext uri="{FF2B5EF4-FFF2-40B4-BE49-F238E27FC236}">
                <a16:creationId xmlns:a16="http://schemas.microsoft.com/office/drawing/2014/main" id="{675AC522-525C-4C6F-8F28-3B2FC909B3FF}"/>
              </a:ext>
            </a:extLst>
          </p:cNvPr>
          <p:cNvSpPr>
            <a:spLocks noGrp="1"/>
          </p:cNvSpPr>
          <p:nvPr>
            <p:ph type="tbl" sz="quarter" idx="12"/>
          </p:nvPr>
        </p:nvSpPr>
        <p:spPr>
          <a:xfrm>
            <a:off x="4940300" y="2282825"/>
            <a:ext cx="5880100" cy="3651250"/>
          </a:xfrm>
        </p:spPr>
        <p:txBody>
          <a:bodyPr/>
          <a:lstStyle>
            <a:lvl1pPr marL="0" indent="0">
              <a:buNone/>
              <a:defRPr/>
            </a:lvl1pPr>
          </a:lstStyle>
          <a:p>
            <a:r>
              <a:rPr lang="en-US"/>
              <a:t>Click icon to add table</a:t>
            </a:r>
            <a:endParaRPr lang="en-US" dirty="0"/>
          </a:p>
        </p:txBody>
      </p:sp>
      <p:sp>
        <p:nvSpPr>
          <p:cNvPr id="8" name="Slide Number Placeholder 5">
            <a:extLst>
              <a:ext uri="{FF2B5EF4-FFF2-40B4-BE49-F238E27FC236}">
                <a16:creationId xmlns:a16="http://schemas.microsoft.com/office/drawing/2014/main" id="{B00D9D4E-52D5-4BAF-8096-D301073D3569}"/>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accent2">
                    <a:lumMod val="75000"/>
                  </a:schemeClr>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3516159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Title and 2 Column 3">
    <p:spTree>
      <p:nvGrpSpPr>
        <p:cNvPr id="1" name=""/>
        <p:cNvGrpSpPr/>
        <p:nvPr/>
      </p:nvGrpSpPr>
      <p:grpSpPr>
        <a:xfrm>
          <a:off x="0" y="0"/>
          <a:ext cx="0" cy="0"/>
          <a:chOff x="0" y="0"/>
          <a:chExt cx="0" cy="0"/>
        </a:xfrm>
      </p:grpSpPr>
      <p:sp>
        <p:nvSpPr>
          <p:cNvPr id="2" name="Freeform 36">
            <a:extLst>
              <a:ext uri="{FF2B5EF4-FFF2-40B4-BE49-F238E27FC236}">
                <a16:creationId xmlns:a16="http://schemas.microsoft.com/office/drawing/2014/main" id="{F8F589DA-127F-E2E7-6ADA-1D3C04799932}"/>
              </a:ext>
              <a:ext uri="{C183D7F6-B498-43B3-948B-1728B52AA6E4}">
                <adec:decorative xmlns:adec="http://schemas.microsoft.com/office/drawing/2017/decorative" val="1"/>
              </a:ext>
            </a:extLst>
          </p:cNvPr>
          <p:cNvSpPr/>
          <p:nvPr userDrawn="1"/>
        </p:nvSpPr>
        <p:spPr>
          <a:xfrm>
            <a:off x="8991645" y="3657688"/>
            <a:ext cx="3200357" cy="3200320"/>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Rectangle 7">
            <a:extLst>
              <a:ext uri="{FF2B5EF4-FFF2-40B4-BE49-F238E27FC236}">
                <a16:creationId xmlns:a16="http://schemas.microsoft.com/office/drawing/2014/main" id="{8700FBF0-749D-0FF0-74B6-3565174CA001}"/>
              </a:ext>
              <a:ext uri="{C183D7F6-B498-43B3-948B-1728B52AA6E4}">
                <adec:decorative xmlns:adec="http://schemas.microsoft.com/office/drawing/2017/decorative" val="1"/>
              </a:ext>
            </a:extLst>
          </p:cNvPr>
          <p:cNvSpPr/>
          <p:nvPr userDrawn="1"/>
        </p:nvSpPr>
        <p:spPr>
          <a:xfrm rot="5400000">
            <a:off x="-2992038" y="2992045"/>
            <a:ext cx="6858000" cy="87392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10">
            <a:extLst>
              <a:ext uri="{FF2B5EF4-FFF2-40B4-BE49-F238E27FC236}">
                <a16:creationId xmlns:a16="http://schemas.microsoft.com/office/drawing/2014/main" id="{0DDA3FAB-74FF-4772-2BA4-B242E12ABEC7}"/>
              </a:ext>
              <a:ext uri="{C183D7F6-B498-43B3-948B-1728B52AA6E4}">
                <adec:decorative xmlns:adec="http://schemas.microsoft.com/office/drawing/2017/decorative" val="1"/>
              </a:ext>
            </a:extLst>
          </p:cNvPr>
          <p:cNvSpPr>
            <a:spLocks noChangeAspect="1"/>
          </p:cNvSpPr>
          <p:nvPr userDrawn="1"/>
        </p:nvSpPr>
        <p:spPr>
          <a:xfrm flipH="1" flipV="1">
            <a:off x="1" y="0"/>
            <a:ext cx="1745673" cy="877824"/>
          </a:xfrm>
          <a:custGeom>
            <a:avLst/>
            <a:gdLst>
              <a:gd name="connsiteX0" fmla="*/ 0 w 4572000"/>
              <a:gd name="connsiteY0" fmla="*/ 2285974 h 2285974"/>
              <a:gd name="connsiteX1" fmla="*/ 113956 w 4572000"/>
              <a:gd name="connsiteY1" fmla="*/ 2283183 h 2285974"/>
              <a:gd name="connsiteX2" fmla="*/ 2283027 w 4572000"/>
              <a:gd name="connsiteY2" fmla="*/ 117584 h 2285974"/>
              <a:gd name="connsiteX3" fmla="*/ 2286000 w 4572000"/>
              <a:gd name="connsiteY3" fmla="*/ 0 h 2285974"/>
              <a:gd name="connsiteX4" fmla="*/ 2288973 w 4572000"/>
              <a:gd name="connsiteY4" fmla="*/ 117584 h 2285974"/>
              <a:gd name="connsiteX5" fmla="*/ 4458044 w 4572000"/>
              <a:gd name="connsiteY5" fmla="*/ 2283183 h 2285974"/>
              <a:gd name="connsiteX6" fmla="*/ 4572000 w 4572000"/>
              <a:gd name="connsiteY6" fmla="*/ 2285974 h 2285974"/>
              <a:gd name="connsiteX7" fmla="*/ 2286000 w 4572000"/>
              <a:gd name="connsiteY7" fmla="*/ 2285974 h 22859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572000" h="2285974">
                <a:moveTo>
                  <a:pt x="0" y="2285974"/>
                </a:moveTo>
                <a:lnTo>
                  <a:pt x="113956" y="2283183"/>
                </a:lnTo>
                <a:cubicBezTo>
                  <a:pt x="1284562" y="2225701"/>
                  <a:pt x="2223714" y="1287708"/>
                  <a:pt x="2283027" y="117584"/>
                </a:cubicBezTo>
                <a:lnTo>
                  <a:pt x="2286000" y="0"/>
                </a:lnTo>
                <a:lnTo>
                  <a:pt x="2288973" y="117584"/>
                </a:lnTo>
                <a:cubicBezTo>
                  <a:pt x="2348287" y="1287708"/>
                  <a:pt x="3287438" y="2225701"/>
                  <a:pt x="4458044" y="2283183"/>
                </a:cubicBezTo>
                <a:lnTo>
                  <a:pt x="4572000" y="2285974"/>
                </a:lnTo>
                <a:lnTo>
                  <a:pt x="2286000" y="2285974"/>
                </a:lnTo>
                <a:close/>
              </a:path>
            </a:pathLst>
          </a:custGeom>
          <a:solidFill>
            <a:schemeClr val="accent2">
              <a:lumMod val="40000"/>
              <a:lumOff val="6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2" name="Title 11">
            <a:extLst>
              <a:ext uri="{FF2B5EF4-FFF2-40B4-BE49-F238E27FC236}">
                <a16:creationId xmlns:a16="http://schemas.microsoft.com/office/drawing/2014/main" id="{FBE95B3E-84B8-3910-65C9-87914802BEA1}"/>
              </a:ext>
            </a:extLst>
          </p:cNvPr>
          <p:cNvSpPr>
            <a:spLocks noGrp="1"/>
          </p:cNvSpPr>
          <p:nvPr>
            <p:ph type="title" hasCustomPrompt="1"/>
          </p:nvPr>
        </p:nvSpPr>
        <p:spPr>
          <a:xfrm>
            <a:off x="1371598" y="369277"/>
            <a:ext cx="9590215" cy="1708514"/>
          </a:xfrm>
        </p:spPr>
        <p:txBody>
          <a:bodyPr>
            <a:normAutofit/>
          </a:bodyPr>
          <a:lstStyle>
            <a:lvl1pPr>
              <a:defRPr sz="3600">
                <a:solidFill>
                  <a:schemeClr val="accent2">
                    <a:lumMod val="75000"/>
                  </a:schemeClr>
                </a:solidFill>
              </a:defRPr>
            </a:lvl1pPr>
          </a:lstStyle>
          <a:p>
            <a:r>
              <a:rPr lang="en-US" dirty="0"/>
              <a:t>Click to add title</a:t>
            </a:r>
          </a:p>
        </p:txBody>
      </p:sp>
      <p:sp>
        <p:nvSpPr>
          <p:cNvPr id="14" name="Content Placeholder 20">
            <a:extLst>
              <a:ext uri="{FF2B5EF4-FFF2-40B4-BE49-F238E27FC236}">
                <a16:creationId xmlns:a16="http://schemas.microsoft.com/office/drawing/2014/main" id="{53421E6F-1A11-40B7-DB53-FC96CE9D787B}"/>
              </a:ext>
            </a:extLst>
          </p:cNvPr>
          <p:cNvSpPr>
            <a:spLocks noGrp="1"/>
          </p:cNvSpPr>
          <p:nvPr>
            <p:ph sz="quarter" idx="11" hasCustomPrompt="1"/>
          </p:nvPr>
        </p:nvSpPr>
        <p:spPr>
          <a:xfrm>
            <a:off x="1369269" y="2284193"/>
            <a:ext cx="6036544" cy="3436653"/>
          </a:xfrm>
        </p:spPr>
        <p:txBody>
          <a:bodyPr>
            <a:normAutofit/>
          </a:bodyPr>
          <a:lstStyle>
            <a:lvl1pPr>
              <a:spcBef>
                <a:spcPts val="0"/>
              </a:spcBef>
              <a:spcAft>
                <a:spcPts val="600"/>
              </a:spcAft>
              <a:buClr>
                <a:schemeClr val="tx1"/>
              </a:buClr>
              <a:defRPr sz="1800"/>
            </a:lvl1pPr>
            <a:lvl2pPr>
              <a:spcBef>
                <a:spcPts val="0"/>
              </a:spcBef>
              <a:spcAft>
                <a:spcPts val="600"/>
              </a:spcAft>
              <a:buClr>
                <a:schemeClr val="tx1"/>
              </a:buClr>
              <a:defRPr sz="1600"/>
            </a:lvl2pPr>
            <a:lvl3pPr>
              <a:spcBef>
                <a:spcPts val="0"/>
              </a:spcBef>
              <a:spcAft>
                <a:spcPts val="600"/>
              </a:spcAft>
              <a:buClr>
                <a:schemeClr val="tx1"/>
              </a:buClr>
              <a:defRPr sz="1400"/>
            </a:lvl3pPr>
            <a:lvl4pPr>
              <a:spcBef>
                <a:spcPts val="0"/>
              </a:spcBef>
              <a:spcAft>
                <a:spcPts val="600"/>
              </a:spcAft>
              <a:buClr>
                <a:schemeClr val="tx1"/>
              </a:buClr>
              <a:defRPr sz="1200"/>
            </a:lvl4pPr>
            <a:lvl5pPr>
              <a:spcBef>
                <a:spcPts val="0"/>
              </a:spcBef>
              <a:spcAft>
                <a:spcPts val="600"/>
              </a:spcAft>
              <a:buClr>
                <a:schemeClr val="tx1"/>
              </a:buClr>
              <a:defRPr sz="1200"/>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Content Placeholder 20">
            <a:extLst>
              <a:ext uri="{FF2B5EF4-FFF2-40B4-BE49-F238E27FC236}">
                <a16:creationId xmlns:a16="http://schemas.microsoft.com/office/drawing/2014/main" id="{90BA2746-C141-C524-CDDE-DD672A80A2C8}"/>
              </a:ext>
            </a:extLst>
          </p:cNvPr>
          <p:cNvSpPr>
            <a:spLocks noGrp="1"/>
          </p:cNvSpPr>
          <p:nvPr>
            <p:ph sz="quarter" idx="10" hasCustomPrompt="1"/>
          </p:nvPr>
        </p:nvSpPr>
        <p:spPr>
          <a:xfrm>
            <a:off x="7708899" y="2284193"/>
            <a:ext cx="3252914" cy="3436653"/>
          </a:xfrm>
        </p:spPr>
        <p:txBody>
          <a:bodyPr>
            <a:normAutofit/>
          </a:bodyPr>
          <a:lstStyle>
            <a:lvl1pPr>
              <a:spcBef>
                <a:spcPts val="0"/>
              </a:spcBef>
              <a:spcAft>
                <a:spcPts val="600"/>
              </a:spcAft>
              <a:buClr>
                <a:schemeClr val="tx1"/>
              </a:buClr>
              <a:defRPr sz="1800" b="1"/>
            </a:lvl1pPr>
            <a:lvl2pPr>
              <a:spcBef>
                <a:spcPts val="0"/>
              </a:spcBef>
              <a:spcAft>
                <a:spcPts val="600"/>
              </a:spcAft>
              <a:buClr>
                <a:schemeClr val="tx1"/>
              </a:buClr>
              <a:defRPr sz="1600" b="1"/>
            </a:lvl2pPr>
            <a:lvl3pPr>
              <a:spcBef>
                <a:spcPts val="0"/>
              </a:spcBef>
              <a:spcAft>
                <a:spcPts val="600"/>
              </a:spcAft>
              <a:buClr>
                <a:schemeClr val="tx1"/>
              </a:buClr>
              <a:defRPr sz="1400" b="1"/>
            </a:lvl3pPr>
            <a:lvl4pPr>
              <a:spcBef>
                <a:spcPts val="0"/>
              </a:spcBef>
              <a:spcAft>
                <a:spcPts val="600"/>
              </a:spcAft>
              <a:buClr>
                <a:schemeClr val="tx1"/>
              </a:buClr>
              <a:defRPr sz="1200" b="1"/>
            </a:lvl4pPr>
            <a:lvl5pPr>
              <a:spcBef>
                <a:spcPts val="0"/>
              </a:spcBef>
              <a:spcAft>
                <a:spcPts val="600"/>
              </a:spcAft>
              <a:buClr>
                <a:schemeClr val="tx1"/>
              </a:buClr>
              <a:defRPr sz="1200" b="1"/>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Slide Number Placeholder 5">
            <a:extLst>
              <a:ext uri="{FF2B5EF4-FFF2-40B4-BE49-F238E27FC236}">
                <a16:creationId xmlns:a16="http://schemas.microsoft.com/office/drawing/2014/main" id="{078CC75E-2849-6C28-42BF-61EBFD22CDE7}"/>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2514171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Title and Table">
    <p:spTree>
      <p:nvGrpSpPr>
        <p:cNvPr id="1" name=""/>
        <p:cNvGrpSpPr/>
        <p:nvPr/>
      </p:nvGrpSpPr>
      <p:grpSpPr>
        <a:xfrm>
          <a:off x="0" y="0"/>
          <a:ext cx="0" cy="0"/>
          <a:chOff x="0" y="0"/>
          <a:chExt cx="0" cy="0"/>
        </a:xfrm>
      </p:grpSpPr>
      <p:sp>
        <p:nvSpPr>
          <p:cNvPr id="5" name="Freeform 9">
            <a:extLst>
              <a:ext uri="{FF2B5EF4-FFF2-40B4-BE49-F238E27FC236}">
                <a16:creationId xmlns:a16="http://schemas.microsoft.com/office/drawing/2014/main" id="{BE9B1BD7-8F62-244D-062B-D0A716D16D23}"/>
              </a:ext>
              <a:ext uri="{C183D7F6-B498-43B3-948B-1728B52AA6E4}">
                <adec:decorative xmlns:adec="http://schemas.microsoft.com/office/drawing/2017/decorative" val="1"/>
              </a:ext>
            </a:extLst>
          </p:cNvPr>
          <p:cNvSpPr>
            <a:spLocks noChangeAspect="1"/>
          </p:cNvSpPr>
          <p:nvPr userDrawn="1"/>
        </p:nvSpPr>
        <p:spPr>
          <a:xfrm flipH="1" flipV="1">
            <a:off x="0" y="0"/>
            <a:ext cx="2286000" cy="2285973"/>
          </a:xfrm>
          <a:custGeom>
            <a:avLst/>
            <a:gdLst>
              <a:gd name="connsiteX0" fmla="*/ 3200357 w 3200357"/>
              <a:gd name="connsiteY0" fmla="*/ 0 h 3200320"/>
              <a:gd name="connsiteX1" fmla="*/ 3200357 w 3200357"/>
              <a:gd name="connsiteY1" fmla="*/ 3200320 h 3200320"/>
              <a:gd name="connsiteX2" fmla="*/ 0 w 3200357"/>
              <a:gd name="connsiteY2" fmla="*/ 3200320 h 3200320"/>
              <a:gd name="connsiteX3" fmla="*/ 159536 w 3200357"/>
              <a:gd name="connsiteY3" fmla="*/ 3196412 h 3200320"/>
              <a:gd name="connsiteX4" fmla="*/ 3196195 w 3200357"/>
              <a:gd name="connsiteY4" fmla="*/ 164613 h 3200320"/>
              <a:gd name="connsiteX5" fmla="*/ 3200357 w 3200357"/>
              <a:gd name="connsiteY5" fmla="*/ 0 h 32003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00357" h="3200320">
                <a:moveTo>
                  <a:pt x="3200357" y="0"/>
                </a:moveTo>
                <a:lnTo>
                  <a:pt x="3200357" y="3200320"/>
                </a:lnTo>
                <a:lnTo>
                  <a:pt x="0" y="3200320"/>
                </a:lnTo>
                <a:lnTo>
                  <a:pt x="159536" y="3196412"/>
                </a:lnTo>
                <a:cubicBezTo>
                  <a:pt x="1798363" y="3115939"/>
                  <a:pt x="3113157" y="1802765"/>
                  <a:pt x="3196195" y="164613"/>
                </a:cubicBezTo>
                <a:lnTo>
                  <a:pt x="3200357" y="0"/>
                </a:ln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8" name="Title 7">
            <a:extLst>
              <a:ext uri="{FF2B5EF4-FFF2-40B4-BE49-F238E27FC236}">
                <a16:creationId xmlns:a16="http://schemas.microsoft.com/office/drawing/2014/main" id="{54BAE39C-758E-B299-0906-86DA058BCD4A}"/>
              </a:ext>
            </a:extLst>
          </p:cNvPr>
          <p:cNvSpPr>
            <a:spLocks noGrp="1"/>
          </p:cNvSpPr>
          <p:nvPr>
            <p:ph type="title"/>
          </p:nvPr>
        </p:nvSpPr>
        <p:spPr>
          <a:xfrm>
            <a:off x="1365975" y="345440"/>
            <a:ext cx="9448803" cy="1743542"/>
          </a:xfrm>
        </p:spPr>
        <p:txBody>
          <a:bodyPr>
            <a:normAutofit/>
          </a:bodyPr>
          <a:lstStyle>
            <a:lvl1pPr>
              <a:defRPr sz="3600">
                <a:solidFill>
                  <a:schemeClr val="accent2">
                    <a:lumMod val="75000"/>
                  </a:schemeClr>
                </a:solidFill>
              </a:defRPr>
            </a:lvl1pPr>
          </a:lstStyle>
          <a:p>
            <a:r>
              <a:rPr lang="en-US"/>
              <a:t>Click to edit Master title style</a:t>
            </a:r>
          </a:p>
        </p:txBody>
      </p:sp>
      <p:sp>
        <p:nvSpPr>
          <p:cNvPr id="10" name="Table Placeholder 9">
            <a:extLst>
              <a:ext uri="{FF2B5EF4-FFF2-40B4-BE49-F238E27FC236}">
                <a16:creationId xmlns:a16="http://schemas.microsoft.com/office/drawing/2014/main" id="{ED21C7D0-0E84-DFA8-FC77-93D7B17FA7EF}"/>
              </a:ext>
            </a:extLst>
          </p:cNvPr>
          <p:cNvSpPr>
            <a:spLocks noGrp="1"/>
          </p:cNvSpPr>
          <p:nvPr>
            <p:ph type="tbl" sz="quarter" idx="10"/>
          </p:nvPr>
        </p:nvSpPr>
        <p:spPr>
          <a:xfrm>
            <a:off x="1365250" y="2295525"/>
            <a:ext cx="9448800" cy="3652838"/>
          </a:xfrm>
        </p:spPr>
        <p:txBody>
          <a:bodyPr/>
          <a:lstStyle>
            <a:lvl1pPr marL="0" indent="0">
              <a:buNone/>
              <a:defRPr/>
            </a:lvl1pPr>
          </a:lstStyle>
          <a:p>
            <a:r>
              <a:rPr lang="en-US"/>
              <a:t>Click icon to add table</a:t>
            </a:r>
            <a:endParaRPr lang="en-US" dirty="0"/>
          </a:p>
        </p:txBody>
      </p:sp>
      <p:sp>
        <p:nvSpPr>
          <p:cNvPr id="7" name="Slide Number Placeholder 5">
            <a:extLst>
              <a:ext uri="{FF2B5EF4-FFF2-40B4-BE49-F238E27FC236}">
                <a16:creationId xmlns:a16="http://schemas.microsoft.com/office/drawing/2014/main" id="{844F72DC-A10E-0921-2E94-08CAC9D50351}"/>
              </a:ext>
            </a:extLst>
          </p:cNvPr>
          <p:cNvSpPr>
            <a:spLocks noGrp="1"/>
          </p:cNvSpPr>
          <p:nvPr>
            <p:ph type="sldNum" sz="quarter" idx="4"/>
          </p:nvPr>
        </p:nvSpPr>
        <p:spPr>
          <a:xfrm>
            <a:off x="10896600" y="5983104"/>
            <a:ext cx="1295400" cy="874895"/>
          </a:xfrm>
          <a:prstGeom prst="rect">
            <a:avLst/>
          </a:prstGeom>
        </p:spPr>
        <p:txBody>
          <a:bodyPr vert="horz" lIns="91440" tIns="45720" rIns="91440" bIns="45720" rtlCol="0" anchor="ctr"/>
          <a:lstStyle>
            <a:lvl1pPr algn="ctr">
              <a:defRPr sz="1200">
                <a:solidFill>
                  <a:schemeClr val="accent2">
                    <a:lumMod val="75000"/>
                  </a:schemeClr>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4164350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9" name="Freeform: Shape 28">
            <a:extLst>
              <a:ext uri="{FF2B5EF4-FFF2-40B4-BE49-F238E27FC236}">
                <a16:creationId xmlns:a16="http://schemas.microsoft.com/office/drawing/2014/main" id="{7A08E557-10DB-421A-876E-1AE58F8E07C4}"/>
              </a:ext>
            </a:extLst>
          </p:cNvPr>
          <p:cNvSpPr/>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5" name="Footer Placeholder 4">
            <a:extLst>
              <a:ext uri="{FF2B5EF4-FFF2-40B4-BE49-F238E27FC236}">
                <a16:creationId xmlns:a16="http://schemas.microsoft.com/office/drawing/2014/main" id="{EC2EBCA0-8609-4F35-8CA7-7AD35FDACD73}"/>
              </a:ext>
            </a:extLst>
          </p:cNvPr>
          <p:cNvSpPr>
            <a:spLocks noGrp="1"/>
          </p:cNvSpPr>
          <p:nvPr>
            <p:ph type="ftr" sz="quarter" idx="3"/>
          </p:nvPr>
        </p:nvSpPr>
        <p:spPr>
          <a:xfrm>
            <a:off x="175613" y="6434560"/>
            <a:ext cx="3428012" cy="365125"/>
          </a:xfrm>
          <a:prstGeom prst="rect">
            <a:avLst/>
          </a:prstGeom>
        </p:spPr>
        <p:txBody>
          <a:bodyPr vert="horz" lIns="91440" tIns="45720" rIns="91440" bIns="45720" rtlCol="0" anchor="ctr"/>
          <a:lstStyle>
            <a:lvl1pPr algn="l">
              <a:defRPr sz="1050" spc="50" baseline="0">
                <a:solidFill>
                  <a:schemeClr val="accent2"/>
                </a:solidFill>
                <a:latin typeface="+mn-lt"/>
              </a:defRPr>
            </a:lvl1pPr>
          </a:lstStyle>
          <a:p>
            <a:endParaRPr lang="en-US" sz="1000" dirty="0"/>
          </a:p>
        </p:txBody>
      </p:sp>
      <p:sp>
        <p:nvSpPr>
          <p:cNvPr id="2" name="Title Placeholder 1">
            <a:extLst>
              <a:ext uri="{FF2B5EF4-FFF2-40B4-BE49-F238E27FC236}">
                <a16:creationId xmlns:a16="http://schemas.microsoft.com/office/drawing/2014/main" id="{BFDA9639-38D2-4CD4-A861-F6B4C6CB99BD}"/>
              </a:ext>
            </a:extLst>
          </p:cNvPr>
          <p:cNvSpPr>
            <a:spLocks noGrp="1"/>
          </p:cNvSpPr>
          <p:nvPr>
            <p:ph type="title"/>
          </p:nvPr>
        </p:nvSpPr>
        <p:spPr>
          <a:xfrm>
            <a:off x="908775" y="590372"/>
            <a:ext cx="10202248" cy="132589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DAF00B1-16C1-47B3-A7A0-B71468312896}"/>
              </a:ext>
            </a:extLst>
          </p:cNvPr>
          <p:cNvSpPr>
            <a:spLocks noGrp="1"/>
          </p:cNvSpPr>
          <p:nvPr>
            <p:ph type="body" idx="1"/>
          </p:nvPr>
        </p:nvSpPr>
        <p:spPr>
          <a:xfrm>
            <a:off x="918825" y="1916262"/>
            <a:ext cx="10192198" cy="4133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BCF9501-5B6B-4DAF-B59D-3C129ED805AC}"/>
              </a:ext>
            </a:extLst>
          </p:cNvPr>
          <p:cNvSpPr>
            <a:spLocks noGrp="1"/>
          </p:cNvSpPr>
          <p:nvPr>
            <p:ph type="dt" sz="half" idx="2"/>
          </p:nvPr>
        </p:nvSpPr>
        <p:spPr>
          <a:xfrm>
            <a:off x="9017000" y="6433202"/>
            <a:ext cx="2374150" cy="367841"/>
          </a:xfrm>
          <a:prstGeom prst="rect">
            <a:avLst/>
          </a:prstGeom>
        </p:spPr>
        <p:txBody>
          <a:bodyPr vert="horz" lIns="91440" tIns="45720" rIns="91440" bIns="45720" rtlCol="0" anchor="ctr"/>
          <a:lstStyle>
            <a:lvl1pPr algn="r">
              <a:defRPr sz="1050" spc="50" baseline="0">
                <a:solidFill>
                  <a:srgbClr val="FFFFFF"/>
                </a:solidFill>
                <a:latin typeface="+mn-lt"/>
              </a:defRPr>
            </a:lvl1pPr>
          </a:lstStyle>
          <a:p>
            <a:endParaRPr lang="en-US" dirty="0"/>
          </a:p>
        </p:txBody>
      </p:sp>
      <p:sp>
        <p:nvSpPr>
          <p:cNvPr id="6" name="Slide Number Placeholder 5">
            <a:extLst>
              <a:ext uri="{FF2B5EF4-FFF2-40B4-BE49-F238E27FC236}">
                <a16:creationId xmlns:a16="http://schemas.microsoft.com/office/drawing/2014/main" id="{37685DBD-B7AE-41D8-8CF1-B21CD58E1B45}"/>
              </a:ext>
            </a:extLst>
          </p:cNvPr>
          <p:cNvSpPr>
            <a:spLocks noGrp="1"/>
          </p:cNvSpPr>
          <p:nvPr>
            <p:ph type="sldNum" sz="quarter" idx="4"/>
          </p:nvPr>
        </p:nvSpPr>
        <p:spPr>
          <a:xfrm>
            <a:off x="11391150" y="6433203"/>
            <a:ext cx="693263" cy="367842"/>
          </a:xfrm>
          <a:prstGeom prst="rect">
            <a:avLst/>
          </a:prstGeom>
        </p:spPr>
        <p:txBody>
          <a:bodyPr vert="horz" lIns="91440" tIns="45720" rIns="91440" bIns="45720" rtlCol="0" anchor="ctr"/>
          <a:lstStyle>
            <a:lvl1pPr algn="r">
              <a:defRPr sz="2000">
                <a:solidFill>
                  <a:srgbClr val="FFFFFF"/>
                </a:solidFill>
                <a:latin typeface="+mj-lt"/>
              </a:defRPr>
            </a:lvl1pPr>
          </a:lstStyle>
          <a:p>
            <a:fld id="{08AB70BE-1769-45B8-85A6-0C837432C7E6}" type="slidenum">
              <a:rPr lang="en-US" smtClean="0"/>
              <a:pPr/>
              <a:t>‹#›</a:t>
            </a:fld>
            <a:endParaRPr lang="en-US" dirty="0"/>
          </a:p>
        </p:txBody>
      </p:sp>
    </p:spTree>
    <p:extLst>
      <p:ext uri="{BB962C8B-B14F-4D97-AF65-F5344CB8AC3E}">
        <p14:creationId xmlns:p14="http://schemas.microsoft.com/office/powerpoint/2010/main" val="3130536433"/>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30" r:id="rId13"/>
    <p:sldLayoutId id="2147483731" r:id="rId14"/>
    <p:sldLayoutId id="2147483733" r:id="rId15"/>
    <p:sldLayoutId id="2147483734" r:id="rId16"/>
    <p:sldLayoutId id="2147483735" r:id="rId17"/>
  </p:sldLayoutIdLst>
  <p:hf hdr="0" ftr="0" dt="0"/>
  <p:txStyles>
    <p:titleStyle>
      <a:lvl1pPr algn="l" defTabSz="914400" rtl="0" eaLnBrk="1" latinLnBrk="0" hangingPunct="1">
        <a:lnSpc>
          <a:spcPct val="90000"/>
        </a:lnSpc>
        <a:spcBef>
          <a:spcPct val="0"/>
        </a:spcBef>
        <a:buNone/>
        <a:defRPr sz="4000" kern="1200">
          <a:solidFill>
            <a:schemeClr val="accent2"/>
          </a:solidFill>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5"/>
        </a:buClr>
        <a:buFont typeface="Arial" panose="020B0604020202020204" pitchFamily="34" charset="0"/>
        <a:buChar char="•"/>
        <a:defRPr sz="20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Clr>
          <a:schemeClr val="accent5"/>
        </a:buClr>
        <a:buFont typeface="Arial" panose="020B0604020202020204" pitchFamily="34" charset="0"/>
        <a:buChar char="•"/>
        <a:defRPr sz="18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Clr>
          <a:schemeClr val="accent5"/>
        </a:buClr>
        <a:buFont typeface="Arial" panose="020B0604020202020204" pitchFamily="34" charset="0"/>
        <a:buChar char="•"/>
        <a:defRPr sz="16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Clr>
          <a:schemeClr val="accent5"/>
        </a:buClr>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2736">
          <p15:clr>
            <a:srgbClr val="F26B43"/>
          </p15:clr>
        </p15:guide>
        <p15:guide id="4" orient="horz" pos="3312">
          <p15:clr>
            <a:srgbClr val="F26B43"/>
          </p15:clr>
        </p15:guide>
        <p15:guide id="5" orient="horz" pos="432">
          <p15:clr>
            <a:srgbClr val="F26B43"/>
          </p15:clr>
        </p15:guide>
        <p15:guide id="7" pos="4416">
          <p15:clr>
            <a:srgbClr val="F26B43"/>
          </p15:clr>
        </p15:guide>
        <p15:guide id="8" pos="5568">
          <p15:clr>
            <a:srgbClr val="F26B43"/>
          </p15:clr>
        </p15:guide>
        <p15:guide id="9" pos="7296">
          <p15:clr>
            <a:srgbClr val="F26B43"/>
          </p15:clr>
        </p15:guide>
        <p15:guide id="10" pos="2688">
          <p15:clr>
            <a:srgbClr val="F26B43"/>
          </p15:clr>
        </p15:guide>
        <p15:guide id="11" pos="1536">
          <p15:clr>
            <a:srgbClr val="F26B43"/>
          </p15:clr>
        </p15:guide>
        <p15:guide id="12" pos="384">
          <p15:clr>
            <a:srgbClr val="F26B43"/>
          </p15:clr>
        </p15:guide>
        <p15:guide id="13" pos="2112">
          <p15:clr>
            <a:srgbClr val="F26B43"/>
          </p15:clr>
        </p15:guide>
        <p15:guide id="14" pos="4992">
          <p15:clr>
            <a:srgbClr val="F26B43"/>
          </p15:clr>
        </p15:guide>
        <p15:guide id="15" pos="6720">
          <p15:clr>
            <a:srgbClr val="F26B43"/>
          </p15:clr>
        </p15:guide>
        <p15:guide id="16" pos="960">
          <p15:clr>
            <a:srgbClr val="F26B43"/>
          </p15:clr>
        </p15:guide>
        <p15:guide id="17" pos="3264">
          <p15:clr>
            <a:srgbClr val="F26B43"/>
          </p15:clr>
        </p15:guide>
        <p15:guide id="18" orient="horz" pos="1008">
          <p15:clr>
            <a:srgbClr val="F26B43"/>
          </p15:clr>
        </p15:guide>
        <p15:guide id="19" orient="horz" pos="3888">
          <p15:clr>
            <a:srgbClr val="F26B43"/>
          </p15:clr>
        </p15:guide>
        <p15:guide id="20" pos="6144">
          <p15:clr>
            <a:srgbClr val="F26B43"/>
          </p15:clr>
        </p15:guide>
        <p15:guide id="21" orient="horz" pos="1584">
          <p15:clr>
            <a:srgbClr val="F26B43"/>
          </p15:clr>
        </p15:guide>
        <p15:guide id="22" pos="576">
          <p15:clr>
            <a:srgbClr val="F26B43"/>
          </p15:clr>
        </p15:guide>
        <p15:guide id="23" pos="7104">
          <p15:clr>
            <a:srgbClr val="F26B43"/>
          </p15:clr>
        </p15:guide>
        <p15:guide id="24" pos="768">
          <p15:clr>
            <a:srgbClr val="F26B43"/>
          </p15:clr>
        </p15:guide>
        <p15:guide id="25" pos="6912">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6.xml"/><Relationship Id="rId4" Type="http://schemas.openxmlformats.org/officeDocument/2006/relationships/image" Target="../media/image5.sv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0D9AD-F97D-8DCF-97C2-FEE69475C0BC}"/>
              </a:ext>
            </a:extLst>
          </p:cNvPr>
          <p:cNvSpPr>
            <a:spLocks noGrp="1"/>
          </p:cNvSpPr>
          <p:nvPr>
            <p:ph type="title"/>
          </p:nvPr>
        </p:nvSpPr>
        <p:spPr>
          <a:xfrm>
            <a:off x="1373899" y="1786903"/>
            <a:ext cx="10089396" cy="4216297"/>
          </a:xfrm>
        </p:spPr>
        <p:txBody>
          <a:bodyPr>
            <a:normAutofit/>
          </a:bodyPr>
          <a:lstStyle/>
          <a:p>
            <a:pPr marL="0" lvl="0" indent="0" algn="ctr">
              <a:lnSpc>
                <a:spcPct val="150000"/>
              </a:lnSpc>
              <a:spcBef>
                <a:spcPts val="0"/>
              </a:spcBef>
              <a:spcAft>
                <a:spcPts val="0"/>
              </a:spcAft>
              <a:buNone/>
            </a:pPr>
            <a:r>
              <a:rPr lang="en-US" sz="2400" b="1" dirty="0"/>
              <a:t>Currency Note detection for Blind Assistance using DL</a:t>
            </a:r>
            <a:br>
              <a:rPr lang="en-US" sz="2800" dirty="0"/>
            </a:br>
            <a:r>
              <a:rPr lang="en-US" sz="2000" dirty="0">
                <a:solidFill>
                  <a:schemeClr val="bg1"/>
                </a:solidFill>
              </a:rPr>
              <a:t>Final Year  </a:t>
            </a:r>
            <a:r>
              <a:rPr lang="en-US" sz="2000" dirty="0"/>
              <a:t>Project </a:t>
            </a:r>
            <a:r>
              <a:rPr lang="en-US" sz="2000" dirty="0">
                <a:solidFill>
                  <a:schemeClr val="bg1"/>
                </a:solidFill>
              </a:rPr>
              <a:t>Presentation</a:t>
            </a:r>
            <a:br>
              <a:rPr lang="en-US" sz="2000" dirty="0">
                <a:solidFill>
                  <a:schemeClr val="bg1"/>
                </a:solidFill>
              </a:rPr>
            </a:br>
            <a:r>
              <a:rPr lang="en-US" sz="2000" dirty="0">
                <a:solidFill>
                  <a:schemeClr val="bg1"/>
                </a:solidFill>
              </a:rPr>
              <a:t>Department of </a:t>
            </a:r>
            <a:r>
              <a:rPr lang="en-US" sz="1800" dirty="0">
                <a:solidFill>
                  <a:schemeClr val="bg1"/>
                </a:solidFill>
              </a:rPr>
              <a:t>Computer Science </a:t>
            </a:r>
            <a:br>
              <a:rPr lang="en-US" sz="1800" dirty="0">
                <a:solidFill>
                  <a:schemeClr val="bg1"/>
                </a:solidFill>
              </a:rPr>
            </a:br>
            <a:r>
              <a:rPr lang="en-US" sz="1800" dirty="0">
                <a:solidFill>
                  <a:schemeClr val="bg1"/>
                </a:solidFill>
              </a:rPr>
              <a:t>Govt Ank Degree College Haripur</a:t>
            </a:r>
            <a:br>
              <a:rPr lang="en-US" sz="1800" dirty="0">
                <a:solidFill>
                  <a:schemeClr val="bg1"/>
                </a:solidFill>
              </a:rPr>
            </a:br>
            <a:r>
              <a:rPr lang="es" sz="2000" b="1" dirty="0"/>
              <a:t> </a:t>
            </a:r>
            <a:r>
              <a:rPr lang="es" sz="2000" dirty="0"/>
              <a:t>Presented By</a:t>
            </a:r>
            <a:br>
              <a:rPr lang="es" sz="2000" b="1" dirty="0"/>
            </a:br>
            <a:r>
              <a:rPr lang="es" sz="1600" dirty="0"/>
              <a:t>M.Adil Saeed (CS 21406) </a:t>
            </a:r>
            <a:r>
              <a:rPr lang="es" sz="2000" dirty="0">
                <a:solidFill>
                  <a:schemeClr val="bg1"/>
                </a:solidFill>
              </a:rPr>
              <a:t>|</a:t>
            </a:r>
            <a:r>
              <a:rPr lang="es" sz="2000" dirty="0"/>
              <a:t> </a:t>
            </a:r>
            <a:r>
              <a:rPr lang="es" sz="1600" dirty="0"/>
              <a:t>Maalik Ashtar (CS 21418</a:t>
            </a:r>
            <a:r>
              <a:rPr lang="es" sz="1600" b="1" dirty="0"/>
              <a:t>)</a:t>
            </a:r>
            <a:endParaRPr lang="en-US" sz="2800" dirty="0"/>
          </a:p>
        </p:txBody>
      </p:sp>
      <p:sp>
        <p:nvSpPr>
          <p:cNvPr id="3" name="Slide Number Placeholder 2">
            <a:extLst>
              <a:ext uri="{FF2B5EF4-FFF2-40B4-BE49-F238E27FC236}">
                <a16:creationId xmlns:a16="http://schemas.microsoft.com/office/drawing/2014/main" id="{5D9882FA-049D-25F3-3F24-590E9D0F184A}"/>
              </a:ext>
            </a:extLst>
          </p:cNvPr>
          <p:cNvSpPr>
            <a:spLocks noGrp="1"/>
          </p:cNvSpPr>
          <p:nvPr>
            <p:ph type="sldNum" sz="quarter" idx="4"/>
          </p:nvPr>
        </p:nvSpPr>
        <p:spPr/>
        <p:txBody>
          <a:bodyPr/>
          <a:lstStyle/>
          <a:p>
            <a:fld id="{08AB70BE-1769-45B8-85A6-0C837432C7E6}" type="slidenum">
              <a:rPr lang="en-US" smtClean="0"/>
              <a:pPr/>
              <a:t>1</a:t>
            </a:fld>
            <a:endParaRPr lang="en-US" dirty="0"/>
          </a:p>
        </p:txBody>
      </p:sp>
      <p:pic>
        <p:nvPicPr>
          <p:cNvPr id="4" name="Picture 3">
            <a:extLst>
              <a:ext uri="{FF2B5EF4-FFF2-40B4-BE49-F238E27FC236}">
                <a16:creationId xmlns:a16="http://schemas.microsoft.com/office/drawing/2014/main" id="{713777C7-FFDC-A1EC-B03A-A52D28A3C907}"/>
              </a:ext>
            </a:extLst>
          </p:cNvPr>
          <p:cNvPicPr>
            <a:picLocks noChangeAspect="1"/>
          </p:cNvPicPr>
          <p:nvPr/>
        </p:nvPicPr>
        <p:blipFill rotWithShape="1">
          <a:blip r:embed="rId3">
            <a:extLst>
              <a:ext uri="{28A0092B-C50C-407E-A947-70E740481C1C}">
                <a14:useLocalDpi xmlns:a14="http://schemas.microsoft.com/office/drawing/2010/main" val="0"/>
              </a:ext>
            </a:extLst>
          </a:blip>
          <a:srcRect l="93" t="93" r="-93" b="-93"/>
          <a:stretch/>
        </p:blipFill>
        <p:spPr>
          <a:xfrm>
            <a:off x="5415273" y="464698"/>
            <a:ext cx="1461934" cy="1461934"/>
          </a:xfrm>
          <a:prstGeom prst="ellipse">
            <a:avLst/>
          </a:prstGeom>
          <a:ln w="63500" cap="rnd">
            <a:solidFill>
              <a:schemeClr val="accent4">
                <a:lumMod val="20000"/>
                <a:lumOff val="80000"/>
              </a:schemeClr>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3441048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747660-0A85-FA45-3D79-56F58D15A0AE}"/>
              </a:ext>
            </a:extLst>
          </p:cNvPr>
          <p:cNvSpPr>
            <a:spLocks noGrp="1"/>
          </p:cNvSpPr>
          <p:nvPr>
            <p:ph type="title"/>
          </p:nvPr>
        </p:nvSpPr>
        <p:spPr/>
        <p:txBody>
          <a:bodyPr>
            <a:normAutofit/>
          </a:bodyPr>
          <a:lstStyle/>
          <a:p>
            <a:r>
              <a:rPr lang="en-US" sz="4000" b="1"/>
              <a:t>Table of Content</a:t>
            </a:r>
            <a:r>
              <a:rPr lang="en-US" sz="3600" b="1"/>
              <a:t>:</a:t>
            </a:r>
            <a:endParaRPr lang="en-US" dirty="0"/>
          </a:p>
        </p:txBody>
      </p:sp>
      <p:graphicFrame>
        <p:nvGraphicFramePr>
          <p:cNvPr id="6" name="Content Placeholder 2">
            <a:extLst>
              <a:ext uri="{FF2B5EF4-FFF2-40B4-BE49-F238E27FC236}">
                <a16:creationId xmlns:a16="http://schemas.microsoft.com/office/drawing/2014/main" id="{9E54FAF5-A7F7-4B3B-B9DF-641650D10511}"/>
              </a:ext>
            </a:extLst>
          </p:cNvPr>
          <p:cNvGraphicFramePr>
            <a:graphicFrameLocks noGrp="1"/>
          </p:cNvGraphicFramePr>
          <p:nvPr>
            <p:ph idx="1"/>
            <p:extLst>
              <p:ext uri="{D42A27DB-BD31-4B8C-83A1-F6EECF244321}">
                <p14:modId xmlns:p14="http://schemas.microsoft.com/office/powerpoint/2010/main" val="4093960826"/>
              </p:ext>
            </p:extLst>
          </p:nvPr>
        </p:nvGraphicFramePr>
        <p:xfrm>
          <a:off x="986170" y="1749190"/>
          <a:ext cx="10037430" cy="43366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75BF3DC7-78E9-5460-BCE4-65F4FCD3F2CA}"/>
              </a:ext>
            </a:extLst>
          </p:cNvPr>
          <p:cNvSpPr>
            <a:spLocks noGrp="1"/>
          </p:cNvSpPr>
          <p:nvPr>
            <p:ph type="sldNum" sz="quarter" idx="12"/>
          </p:nvPr>
        </p:nvSpPr>
        <p:spPr/>
        <p:txBody>
          <a:bodyPr/>
          <a:lstStyle/>
          <a:p>
            <a:fld id="{08AB70BE-1769-45B8-85A6-0C837432C7E6}" type="slidenum">
              <a:rPr lang="en-US" smtClean="0"/>
              <a:pPr/>
              <a:t>2</a:t>
            </a:fld>
            <a:endParaRPr lang="en-US" dirty="0"/>
          </a:p>
        </p:txBody>
      </p:sp>
    </p:spTree>
    <p:extLst>
      <p:ext uri="{BB962C8B-B14F-4D97-AF65-F5344CB8AC3E}">
        <p14:creationId xmlns:p14="http://schemas.microsoft.com/office/powerpoint/2010/main" val="5565652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3EA1C98-6A6F-CFCF-99B0-D737568F1A24}"/>
              </a:ext>
            </a:extLst>
          </p:cNvPr>
          <p:cNvSpPr>
            <a:spLocks noGrp="1"/>
          </p:cNvSpPr>
          <p:nvPr>
            <p:ph type="title"/>
          </p:nvPr>
        </p:nvSpPr>
        <p:spPr>
          <a:xfrm>
            <a:off x="914400" y="510988"/>
            <a:ext cx="9344578" cy="1156448"/>
          </a:xfrm>
        </p:spPr>
        <p:txBody>
          <a:bodyPr>
            <a:normAutofit/>
          </a:bodyPr>
          <a:lstStyle/>
          <a:p>
            <a:r>
              <a:rPr lang="en-US" b="1" dirty="0">
                <a:solidFill>
                  <a:srgbClr val="FFFFFF"/>
                </a:solidFill>
              </a:rPr>
              <a:t>Introduction</a:t>
            </a:r>
          </a:p>
        </p:txBody>
      </p:sp>
      <p:sp>
        <p:nvSpPr>
          <p:cNvPr id="3" name="Content Placeholder 2">
            <a:extLst>
              <a:ext uri="{FF2B5EF4-FFF2-40B4-BE49-F238E27FC236}">
                <a16:creationId xmlns:a16="http://schemas.microsoft.com/office/drawing/2014/main" id="{2BFCBDC2-C5E6-E71D-94A0-75DA916D4293}"/>
              </a:ext>
            </a:extLst>
          </p:cNvPr>
          <p:cNvSpPr>
            <a:spLocks noGrp="1"/>
          </p:cNvSpPr>
          <p:nvPr>
            <p:ph idx="1"/>
          </p:nvPr>
        </p:nvSpPr>
        <p:spPr>
          <a:xfrm>
            <a:off x="811035" y="2431959"/>
            <a:ext cx="5589767" cy="3579126"/>
          </a:xfrm>
        </p:spPr>
        <p:txBody>
          <a:bodyPr>
            <a:normAutofit/>
          </a:bodyPr>
          <a:lstStyle/>
          <a:p>
            <a:pPr marL="0" indent="0" algn="just">
              <a:buNone/>
            </a:pPr>
            <a:r>
              <a:rPr lang="en-US" dirty="0"/>
              <a:t>In our project, we leverage the power of YOLOv5, a state-of-the-art object detection model, to accurately identify the Pakistani currency note. By training the model on a custom dataset of currency images, this system aims to provide a fast, reliable, and scalable solution for recognizing notes.</a:t>
            </a:r>
            <a:endParaRPr lang="en-US" b="1" dirty="0">
              <a:latin typeface="+mj-lt"/>
            </a:endParaRPr>
          </a:p>
        </p:txBody>
      </p:sp>
      <p:pic>
        <p:nvPicPr>
          <p:cNvPr id="7" name="Picture 6" descr="A hand holding a paper money&#10;&#10;AI-generated content may be incorrect.">
            <a:extLst>
              <a:ext uri="{FF2B5EF4-FFF2-40B4-BE49-F238E27FC236}">
                <a16:creationId xmlns:a16="http://schemas.microsoft.com/office/drawing/2014/main" id="{4F25FE7F-E058-66C6-92C1-633037C339FA}"/>
              </a:ext>
            </a:extLst>
          </p:cNvPr>
          <p:cNvPicPr>
            <a:picLocks noChangeAspect="1"/>
          </p:cNvPicPr>
          <p:nvPr/>
        </p:nvPicPr>
        <p:blipFill>
          <a:blip r:embed="rId2"/>
          <a:stretch>
            <a:fillRect/>
          </a:stretch>
        </p:blipFill>
        <p:spPr>
          <a:xfrm>
            <a:off x="7414882" y="2431959"/>
            <a:ext cx="4059148" cy="3815600"/>
          </a:xfrm>
          <a:prstGeom prst="rect">
            <a:avLst/>
          </a:prstGeom>
        </p:spPr>
      </p:pic>
      <p:sp>
        <p:nvSpPr>
          <p:cNvPr id="4" name="Slide Number Placeholder 3">
            <a:extLst>
              <a:ext uri="{FF2B5EF4-FFF2-40B4-BE49-F238E27FC236}">
                <a16:creationId xmlns:a16="http://schemas.microsoft.com/office/drawing/2014/main" id="{87C742C4-323D-B57C-EC76-400719E45F8F}"/>
              </a:ext>
            </a:extLst>
          </p:cNvPr>
          <p:cNvSpPr>
            <a:spLocks noGrp="1"/>
          </p:cNvSpPr>
          <p:nvPr>
            <p:ph type="sldNum" sz="quarter" idx="12"/>
          </p:nvPr>
        </p:nvSpPr>
        <p:spPr>
          <a:xfrm>
            <a:off x="11391152" y="6434524"/>
            <a:ext cx="693261" cy="365125"/>
          </a:xfrm>
        </p:spPr>
        <p:txBody>
          <a:bodyPr>
            <a:normAutofit/>
          </a:bodyPr>
          <a:lstStyle/>
          <a:p>
            <a:pPr>
              <a:lnSpc>
                <a:spcPct val="90000"/>
              </a:lnSpc>
              <a:spcAft>
                <a:spcPts val="600"/>
              </a:spcAft>
            </a:pPr>
            <a:fld id="{08AB70BE-1769-45B8-85A6-0C837432C7E6}" type="slidenum">
              <a:rPr lang="en-US" sz="1900">
                <a:solidFill>
                  <a:schemeClr val="accent2"/>
                </a:solidFill>
              </a:rPr>
              <a:pPr>
                <a:lnSpc>
                  <a:spcPct val="90000"/>
                </a:lnSpc>
                <a:spcAft>
                  <a:spcPts val="600"/>
                </a:spcAft>
              </a:pPr>
              <a:t>3</a:t>
            </a:fld>
            <a:endParaRPr lang="en-US" sz="1900">
              <a:solidFill>
                <a:schemeClr val="accent2"/>
              </a:solidFill>
            </a:endParaRPr>
          </a:p>
        </p:txBody>
      </p:sp>
    </p:spTree>
    <p:extLst>
      <p:ext uri="{BB962C8B-B14F-4D97-AF65-F5344CB8AC3E}">
        <p14:creationId xmlns:p14="http://schemas.microsoft.com/office/powerpoint/2010/main" val="1957916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F465791-02C3-85CB-EC2D-AE1D097AD894}"/>
              </a:ext>
            </a:extLst>
          </p:cNvPr>
          <p:cNvSpPr>
            <a:spLocks noGrp="1"/>
          </p:cNvSpPr>
          <p:nvPr>
            <p:ph type="title"/>
          </p:nvPr>
        </p:nvSpPr>
        <p:spPr/>
        <p:txBody>
          <a:bodyPr>
            <a:normAutofit/>
          </a:bodyPr>
          <a:lstStyle/>
          <a:p>
            <a:r>
              <a:rPr lang="en-US" sz="2800" dirty="0"/>
              <a:t>Problem Statement</a:t>
            </a:r>
          </a:p>
        </p:txBody>
      </p:sp>
      <p:sp>
        <p:nvSpPr>
          <p:cNvPr id="2" name="Slide Number Placeholder 1">
            <a:extLst>
              <a:ext uri="{FF2B5EF4-FFF2-40B4-BE49-F238E27FC236}">
                <a16:creationId xmlns:a16="http://schemas.microsoft.com/office/drawing/2014/main" id="{DFEF2AD9-EC94-1F3D-3B79-64938E47AD43}"/>
              </a:ext>
            </a:extLst>
          </p:cNvPr>
          <p:cNvSpPr>
            <a:spLocks noGrp="1"/>
          </p:cNvSpPr>
          <p:nvPr>
            <p:ph type="sldNum" sz="quarter" idx="4"/>
          </p:nvPr>
        </p:nvSpPr>
        <p:spPr/>
        <p:txBody>
          <a:bodyPr/>
          <a:lstStyle/>
          <a:p>
            <a:fld id="{08AB70BE-1769-45B8-85A6-0C837432C7E6}" type="slidenum">
              <a:rPr lang="en-US" smtClean="0"/>
              <a:pPr/>
              <a:t>4</a:t>
            </a:fld>
            <a:endParaRPr lang="en-US" dirty="0"/>
          </a:p>
        </p:txBody>
      </p:sp>
      <p:sp>
        <p:nvSpPr>
          <p:cNvPr id="5" name="Rectangle 1">
            <a:extLst>
              <a:ext uri="{FF2B5EF4-FFF2-40B4-BE49-F238E27FC236}">
                <a16:creationId xmlns:a16="http://schemas.microsoft.com/office/drawing/2014/main" id="{3FADDC57-B513-0F45-A99E-35357A4C0A44}"/>
              </a:ext>
            </a:extLst>
          </p:cNvPr>
          <p:cNvSpPr>
            <a:spLocks noGrp="1" noChangeArrowheads="1"/>
          </p:cNvSpPr>
          <p:nvPr>
            <p:ph sz="quarter" idx="10"/>
          </p:nvPr>
        </p:nvSpPr>
        <p:spPr bwMode="auto">
          <a:xfrm>
            <a:off x="1362805" y="2001430"/>
            <a:ext cx="7731219" cy="2031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eaLnBrk="0" fontAlgn="base" hangingPunct="0">
              <a:lnSpc>
                <a:spcPct val="100000"/>
              </a:lnSpc>
              <a:spcBef>
                <a:spcPct val="0"/>
              </a:spcBef>
              <a:spcAft>
                <a:spcPct val="0"/>
              </a:spcAft>
              <a:buClrTx/>
            </a:pPr>
            <a:r>
              <a:rPr lang="en-US" dirty="0"/>
              <a:t>Manual currency detection is difficult for blind people</a:t>
            </a:r>
            <a:r>
              <a:rPr kumimoji="0" lang="en-US" altLang="en-US" sz="1800" b="0" i="0" u="none" strike="noStrike" cap="none" normalizeH="0" baseline="0" dirty="0">
                <a:ln>
                  <a:noFill/>
                </a:ln>
                <a:solidFill>
                  <a:schemeClr val="tx1"/>
                </a:solidFill>
                <a:effectLst/>
              </a:rPr>
              <a:t>.</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ClrTx/>
            </a:pPr>
            <a:r>
              <a:rPr lang="en-US" dirty="0"/>
              <a:t>Existing systems struggle with real-time accuracy in different conditions.</a:t>
            </a:r>
          </a:p>
          <a:p>
            <a:pPr marL="0" indent="0" eaLnBrk="0" fontAlgn="base" hangingPunct="0">
              <a:lnSpc>
                <a:spcPct val="100000"/>
              </a:lnSpc>
              <a:spcBef>
                <a:spcPct val="0"/>
              </a:spcBef>
              <a:spcAft>
                <a:spcPct val="0"/>
              </a:spcAft>
              <a:buClrTx/>
              <a:buNone/>
            </a:pPr>
            <a:endParaRPr lang="en-US" dirty="0"/>
          </a:p>
          <a:p>
            <a:pPr eaLnBrk="0" fontAlgn="base" hangingPunct="0">
              <a:lnSpc>
                <a:spcPct val="100000"/>
              </a:lnSpc>
              <a:spcBef>
                <a:spcPct val="0"/>
              </a:spcBef>
              <a:spcAft>
                <a:spcPct val="0"/>
              </a:spcAft>
              <a:buClrTx/>
            </a:pPr>
            <a:r>
              <a:rPr lang="en-US" dirty="0"/>
              <a:t>Most systems lack offline voice control and audio feedback for blind users.</a:t>
            </a:r>
            <a:br>
              <a:rPr kumimoji="0" lang="en-US" altLang="en-US" sz="1800" b="0" i="0" u="none" strike="noStrike" cap="none" normalizeH="0" baseline="0" dirty="0">
                <a:ln>
                  <a:noFill/>
                </a:ln>
                <a:solidFill>
                  <a:schemeClr val="tx1"/>
                </a:solidFill>
                <a:effectLst/>
              </a:rPr>
            </a:br>
            <a:endParaRPr kumimoji="0" lang="en-US" altLang="en-US" sz="18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3421864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1945D54-A284-835B-B949-4F6D36F3825F}"/>
              </a:ext>
            </a:extLst>
          </p:cNvPr>
          <p:cNvSpPr>
            <a:spLocks noGrp="1"/>
          </p:cNvSpPr>
          <p:nvPr>
            <p:ph type="title"/>
          </p:nvPr>
        </p:nvSpPr>
        <p:spPr>
          <a:xfrm>
            <a:off x="1371599" y="369277"/>
            <a:ext cx="9525002" cy="1304540"/>
          </a:xfrm>
        </p:spPr>
        <p:txBody>
          <a:bodyPr>
            <a:normAutofit/>
          </a:bodyPr>
          <a:lstStyle/>
          <a:p>
            <a:r>
              <a:rPr lang="en-US" sz="3200" dirty="0"/>
              <a:t>Objectives</a:t>
            </a:r>
          </a:p>
        </p:txBody>
      </p:sp>
      <p:sp>
        <p:nvSpPr>
          <p:cNvPr id="4" name="Content Placeholder 3">
            <a:extLst>
              <a:ext uri="{FF2B5EF4-FFF2-40B4-BE49-F238E27FC236}">
                <a16:creationId xmlns:a16="http://schemas.microsoft.com/office/drawing/2014/main" id="{89D80981-6211-B9EF-9A10-4D4B043758C4}"/>
              </a:ext>
            </a:extLst>
          </p:cNvPr>
          <p:cNvSpPr>
            <a:spLocks noGrp="1"/>
          </p:cNvSpPr>
          <p:nvPr>
            <p:ph sz="quarter" idx="10"/>
          </p:nvPr>
        </p:nvSpPr>
        <p:spPr>
          <a:xfrm>
            <a:off x="1370866" y="1921790"/>
            <a:ext cx="9449536" cy="3788896"/>
          </a:xfrm>
        </p:spPr>
        <p:txBody>
          <a:bodyPr/>
          <a:lstStyle/>
          <a:p>
            <a:pPr marL="342900" marR="0" lvl="0" indent="-342900" algn="just" rtl="0">
              <a:lnSpc>
                <a:spcPct val="107000"/>
              </a:lnSpc>
              <a:buFont typeface="Symbol" panose="05050102010706020507" pitchFamily="18" charset="2"/>
              <a:buChar char=""/>
            </a:pPr>
            <a:r>
              <a:rPr lang="en-US" sz="1800" b="0" dirty="0">
                <a:solidFill>
                  <a:srgbClr val="000000"/>
                </a:solidFill>
                <a:effectLst/>
                <a:ea typeface="Calibri" panose="020F0502020204030204" pitchFamily="34" charset="0"/>
                <a:cs typeface="Arial" panose="020B0604020202020204" pitchFamily="34" charset="0"/>
              </a:rPr>
              <a:t>To detect different Pakistani currency notes accurately. </a:t>
            </a:r>
            <a:endParaRPr lang="en-US" sz="1800" b="0" dirty="0">
              <a:effectLst/>
              <a:ea typeface="Calibri" panose="020F0502020204030204" pitchFamily="34" charset="0"/>
              <a:cs typeface="Arial" panose="020B0604020202020204" pitchFamily="34" charset="0"/>
            </a:endParaRPr>
          </a:p>
          <a:p>
            <a:pPr marL="342900" marR="0" lvl="0" indent="-342900" algn="just">
              <a:lnSpc>
                <a:spcPct val="107000"/>
              </a:lnSpc>
              <a:buFont typeface="Symbol" panose="05050102010706020507" pitchFamily="18" charset="2"/>
              <a:buChar char=""/>
            </a:pPr>
            <a:r>
              <a:rPr lang="en-US" sz="1800" b="0" dirty="0">
                <a:solidFill>
                  <a:srgbClr val="000000"/>
                </a:solidFill>
                <a:effectLst/>
                <a:ea typeface="Calibri" panose="020F0502020204030204" pitchFamily="34" charset="0"/>
                <a:cs typeface="Arial" panose="020B0604020202020204" pitchFamily="34" charset="0"/>
              </a:rPr>
              <a:t>To offer an instant text-to-speech (TTS) output that announces the value of the detected currency.</a:t>
            </a:r>
            <a:endParaRPr lang="en-US" sz="1800" b="0" dirty="0">
              <a:effectLst/>
              <a:ea typeface="Calibri" panose="020F0502020204030204" pitchFamily="34" charset="0"/>
              <a:cs typeface="Arial" panose="020B0604020202020204" pitchFamily="34" charset="0"/>
            </a:endParaRPr>
          </a:p>
          <a:p>
            <a:pPr marL="342900" marR="0" lvl="0" indent="-342900" algn="just">
              <a:lnSpc>
                <a:spcPct val="107000"/>
              </a:lnSpc>
              <a:buFont typeface="Symbol" panose="05050102010706020507" pitchFamily="18" charset="2"/>
              <a:buChar char=""/>
            </a:pPr>
            <a:r>
              <a:rPr lang="en-US" sz="1800" b="0" dirty="0">
                <a:solidFill>
                  <a:srgbClr val="000000"/>
                </a:solidFill>
                <a:effectLst/>
                <a:ea typeface="Calibri" panose="020F0502020204030204" pitchFamily="34" charset="0"/>
                <a:cs typeface="Arial" panose="020B0604020202020204" pitchFamily="34" charset="0"/>
              </a:rPr>
              <a:t>To ensure functionality for users without the need for capturing images. </a:t>
            </a:r>
            <a:endParaRPr lang="en-US" sz="1800" b="0" dirty="0">
              <a:effectLst/>
              <a:ea typeface="Calibri" panose="020F0502020204030204" pitchFamily="34" charset="0"/>
              <a:cs typeface="Arial" panose="020B0604020202020204" pitchFamily="34" charset="0"/>
            </a:endParaRPr>
          </a:p>
          <a:p>
            <a:pPr marL="342900" marR="0" lvl="0" indent="-342900" algn="just">
              <a:lnSpc>
                <a:spcPct val="107000"/>
              </a:lnSpc>
              <a:spcAft>
                <a:spcPts val="800"/>
              </a:spcAft>
              <a:buFont typeface="Symbol" panose="05050102010706020507" pitchFamily="18" charset="2"/>
              <a:buChar char=""/>
            </a:pPr>
            <a:r>
              <a:rPr lang="en-US" sz="1800" b="0" dirty="0">
                <a:solidFill>
                  <a:srgbClr val="000000"/>
                </a:solidFill>
                <a:effectLst/>
                <a:ea typeface="Calibri" panose="020F0502020204030204" pitchFamily="34" charset="0"/>
                <a:cs typeface="Arial" panose="020B0604020202020204" pitchFamily="34" charset="0"/>
              </a:rPr>
              <a:t>To provide a user-friendly interface that facilitates quick access to currency identification features.</a:t>
            </a:r>
            <a:endParaRPr lang="en-US" sz="1800" b="0" dirty="0">
              <a:effectLst/>
              <a:ea typeface="Calibri" panose="020F0502020204030204" pitchFamily="34" charset="0"/>
              <a:cs typeface="Arial" panose="020B0604020202020204" pitchFamily="34" charset="0"/>
            </a:endParaRPr>
          </a:p>
          <a:p>
            <a:pPr marL="0" indent="0" algn="just">
              <a:buNone/>
            </a:pPr>
            <a:endParaRPr lang="en-US" dirty="0"/>
          </a:p>
        </p:txBody>
      </p:sp>
      <p:sp>
        <p:nvSpPr>
          <p:cNvPr id="2" name="Slide Number Placeholder 1">
            <a:extLst>
              <a:ext uri="{FF2B5EF4-FFF2-40B4-BE49-F238E27FC236}">
                <a16:creationId xmlns:a16="http://schemas.microsoft.com/office/drawing/2014/main" id="{71E04509-99F0-B7A3-5C7A-C5A63504613A}"/>
              </a:ext>
            </a:extLst>
          </p:cNvPr>
          <p:cNvSpPr>
            <a:spLocks noGrp="1"/>
          </p:cNvSpPr>
          <p:nvPr>
            <p:ph type="sldNum" sz="quarter" idx="4"/>
          </p:nvPr>
        </p:nvSpPr>
        <p:spPr/>
        <p:txBody>
          <a:bodyPr/>
          <a:lstStyle/>
          <a:p>
            <a:fld id="{08AB70BE-1769-45B8-85A6-0C837432C7E6}" type="slidenum">
              <a:rPr lang="en-US" smtClean="0"/>
              <a:pPr/>
              <a:t>5</a:t>
            </a:fld>
            <a:endParaRPr lang="en-US" dirty="0"/>
          </a:p>
        </p:txBody>
      </p:sp>
    </p:spTree>
    <p:extLst>
      <p:ext uri="{BB962C8B-B14F-4D97-AF65-F5344CB8AC3E}">
        <p14:creationId xmlns:p14="http://schemas.microsoft.com/office/powerpoint/2010/main" val="41542493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Freeform: Shape 17">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20" name="Rectangle 19">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4" name="Freeform: Shape 23">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6FB8613F-2883-10AE-89EE-754728CFC72D}"/>
              </a:ext>
            </a:extLst>
          </p:cNvPr>
          <p:cNvSpPr>
            <a:spLocks noGrp="1"/>
          </p:cNvSpPr>
          <p:nvPr>
            <p:ph type="title"/>
          </p:nvPr>
        </p:nvSpPr>
        <p:spPr>
          <a:xfrm>
            <a:off x="914400" y="510988"/>
            <a:ext cx="9344578" cy="1156448"/>
          </a:xfrm>
        </p:spPr>
        <p:txBody>
          <a:bodyPr vert="horz" lIns="91440" tIns="45720" rIns="91440" bIns="45720" rtlCol="0" anchor="ctr">
            <a:normAutofit/>
          </a:bodyPr>
          <a:lstStyle/>
          <a:p>
            <a:pPr algn="just">
              <a:lnSpc>
                <a:spcPct val="100000"/>
              </a:lnSpc>
            </a:pPr>
            <a:r>
              <a:rPr lang="en-US" sz="4000" b="1">
                <a:solidFill>
                  <a:srgbClr val="FFFFFF"/>
                </a:solidFill>
              </a:rPr>
              <a:t>Development Methodology</a:t>
            </a:r>
            <a:endParaRPr lang="en-US" sz="4000">
              <a:solidFill>
                <a:srgbClr val="FFFFFF"/>
              </a:solidFill>
            </a:endParaRPr>
          </a:p>
        </p:txBody>
      </p:sp>
      <p:sp>
        <p:nvSpPr>
          <p:cNvPr id="5" name="Content Placeholder 4">
            <a:extLst>
              <a:ext uri="{FF2B5EF4-FFF2-40B4-BE49-F238E27FC236}">
                <a16:creationId xmlns:a16="http://schemas.microsoft.com/office/drawing/2014/main" id="{7705B3C4-FE12-5928-4EAA-8598EFD0C581}"/>
              </a:ext>
            </a:extLst>
          </p:cNvPr>
          <p:cNvSpPr>
            <a:spLocks noGrp="1"/>
          </p:cNvSpPr>
          <p:nvPr>
            <p:ph sz="quarter" idx="11"/>
          </p:nvPr>
        </p:nvSpPr>
        <p:spPr>
          <a:xfrm>
            <a:off x="467747" y="2517295"/>
            <a:ext cx="6334987" cy="4195042"/>
          </a:xfrm>
        </p:spPr>
        <p:txBody>
          <a:bodyPr vert="horz" lIns="91440" tIns="45720" rIns="91440" bIns="45720" rtlCol="0">
            <a:normAutofit/>
          </a:bodyPr>
          <a:lstStyle/>
          <a:p>
            <a:pPr marL="0" marR="0" indent="0" algn="just">
              <a:spcBef>
                <a:spcPts val="1200"/>
              </a:spcBef>
              <a:spcAft>
                <a:spcPts val="800"/>
              </a:spcAft>
              <a:buClr>
                <a:schemeClr val="accent5"/>
              </a:buClr>
              <a:buNone/>
            </a:pPr>
            <a:r>
              <a:rPr lang="en-US" b="0" dirty="0">
                <a:effectLst/>
              </a:rPr>
              <a:t>This YOLOv5-based currency detection project follows a structured deep learning lifecycle. First, a dataset of Pakistani currency notes was collected and annotated. After cleaning and augmenting the data, exploratory analysis ensured balanced class distribution. The YOLOv5 model was trained with fine-tuned hyperparameters and evaluated using precision, recall, F1-score, and </a:t>
            </a:r>
            <a:r>
              <a:rPr lang="en-US" b="0" dirty="0" err="1">
                <a:effectLst/>
              </a:rPr>
              <a:t>mAP</a:t>
            </a:r>
            <a:r>
              <a:rPr lang="en-US" b="0" dirty="0">
                <a:effectLst/>
              </a:rPr>
              <a:t>. Finally, the model was deployed in a real-time desktop application with offline support and Text-to-Speech (TTS) for accessibility.</a:t>
            </a:r>
            <a:endParaRPr lang="en-US" noProof="1"/>
          </a:p>
        </p:txBody>
      </p:sp>
      <p:sp>
        <p:nvSpPr>
          <p:cNvPr id="3" name="Slide Number Placeholder 2">
            <a:extLst>
              <a:ext uri="{FF2B5EF4-FFF2-40B4-BE49-F238E27FC236}">
                <a16:creationId xmlns:a16="http://schemas.microsoft.com/office/drawing/2014/main" id="{79E97A5F-8A74-2493-9B0C-E5376396F1B7}"/>
              </a:ext>
            </a:extLst>
          </p:cNvPr>
          <p:cNvSpPr>
            <a:spLocks noGrp="1"/>
          </p:cNvSpPr>
          <p:nvPr>
            <p:ph type="sldNum" sz="quarter" idx="4"/>
          </p:nvPr>
        </p:nvSpPr>
        <p:spPr>
          <a:xfrm>
            <a:off x="11391152" y="6434524"/>
            <a:ext cx="693261" cy="365125"/>
          </a:xfrm>
        </p:spPr>
        <p:txBody>
          <a:bodyPr vert="horz" lIns="91440" tIns="45720" rIns="91440" bIns="45720" rtlCol="0" anchor="ctr">
            <a:normAutofit/>
          </a:bodyPr>
          <a:lstStyle/>
          <a:p>
            <a:pPr algn="r">
              <a:lnSpc>
                <a:spcPct val="90000"/>
              </a:lnSpc>
              <a:spcAft>
                <a:spcPts val="600"/>
              </a:spcAft>
            </a:pPr>
            <a:fld id="{08AB70BE-1769-45B8-85A6-0C837432C7E6}" type="slidenum">
              <a:rPr lang="en-US" sz="1900" smtClean="0">
                <a:solidFill>
                  <a:schemeClr val="accent2"/>
                </a:solidFill>
              </a:rPr>
              <a:pPr algn="r">
                <a:lnSpc>
                  <a:spcPct val="90000"/>
                </a:lnSpc>
                <a:spcAft>
                  <a:spcPts val="600"/>
                </a:spcAft>
              </a:pPr>
              <a:t>6</a:t>
            </a:fld>
            <a:endParaRPr lang="en-US" sz="1900">
              <a:solidFill>
                <a:schemeClr val="accent2"/>
              </a:solidFill>
            </a:endParaRPr>
          </a:p>
        </p:txBody>
      </p:sp>
      <p:pic>
        <p:nvPicPr>
          <p:cNvPr id="9" name="Picture 8" descr="A diagram of a life cycle&#10;&#10;AI-generated content may be incorrect.">
            <a:extLst>
              <a:ext uri="{FF2B5EF4-FFF2-40B4-BE49-F238E27FC236}">
                <a16:creationId xmlns:a16="http://schemas.microsoft.com/office/drawing/2014/main" id="{BC30C218-69B8-C62F-E549-845293714E6D}"/>
              </a:ext>
            </a:extLst>
          </p:cNvPr>
          <p:cNvPicPr>
            <a:picLocks noChangeAspect="1"/>
          </p:cNvPicPr>
          <p:nvPr/>
        </p:nvPicPr>
        <p:blipFill>
          <a:blip r:embed="rId3"/>
          <a:stretch>
            <a:fillRect/>
          </a:stretch>
        </p:blipFill>
        <p:spPr>
          <a:xfrm>
            <a:off x="7270481" y="2047281"/>
            <a:ext cx="4195042" cy="4195042"/>
          </a:xfrm>
          <a:prstGeom prst="rect">
            <a:avLst/>
          </a:prstGeom>
        </p:spPr>
      </p:pic>
    </p:spTree>
    <p:extLst>
      <p:ext uri="{BB962C8B-B14F-4D97-AF65-F5344CB8AC3E}">
        <p14:creationId xmlns:p14="http://schemas.microsoft.com/office/powerpoint/2010/main" val="1748824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4" name="Rectangle 13">
            <a:extLst>
              <a:ext uri="{FF2B5EF4-FFF2-40B4-BE49-F238E27FC236}">
                <a16:creationId xmlns:a16="http://schemas.microsoft.com/office/drawing/2014/main" id="{8354E4A1-6024-4D18-89EA-EB7EF53D3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84965AF-C953-45C8-BD68-12F8B58810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156" y="0"/>
            <a:ext cx="12186844" cy="2128964"/>
          </a:xfrm>
          <a:custGeom>
            <a:avLst/>
            <a:gdLst>
              <a:gd name="connsiteX0" fmla="*/ 0 w 12186844"/>
              <a:gd name="connsiteY0" fmla="*/ 0 h 2128964"/>
              <a:gd name="connsiteX1" fmla="*/ 12186844 w 12186844"/>
              <a:gd name="connsiteY1" fmla="*/ 0 h 2128964"/>
              <a:gd name="connsiteX2" fmla="*/ 12186844 w 12186844"/>
              <a:gd name="connsiteY2" fmla="*/ 2128964 h 2128964"/>
              <a:gd name="connsiteX3" fmla="*/ 2247277 w 12186844"/>
              <a:gd name="connsiteY3" fmla="*/ 2128964 h 2128964"/>
              <a:gd name="connsiteX4" fmla="*/ 2326545 w 12186844"/>
              <a:gd name="connsiteY4" fmla="*/ 2125211 h 2128964"/>
              <a:gd name="connsiteX5" fmla="*/ 2191729 w 12186844"/>
              <a:gd name="connsiteY5" fmla="*/ 2118828 h 2128964"/>
              <a:gd name="connsiteX6" fmla="*/ 66975 w 12186844"/>
              <a:gd name="connsiteY6" fmla="*/ 349781 h 2128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6844" h="2128964">
                <a:moveTo>
                  <a:pt x="0" y="0"/>
                </a:moveTo>
                <a:lnTo>
                  <a:pt x="12186844" y="0"/>
                </a:lnTo>
                <a:lnTo>
                  <a:pt x="12186844" y="2128964"/>
                </a:lnTo>
                <a:lnTo>
                  <a:pt x="2247277" y="2128964"/>
                </a:lnTo>
                <a:lnTo>
                  <a:pt x="2326545" y="2125211"/>
                </a:lnTo>
                <a:lnTo>
                  <a:pt x="2191729" y="2118828"/>
                </a:lnTo>
                <a:cubicBezTo>
                  <a:pt x="1174891" y="2022044"/>
                  <a:pt x="338983" y="1304706"/>
                  <a:pt x="66975" y="3497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2DECE677-C1FD-4829-8D4A-3C19A04A36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833672" y="0"/>
            <a:ext cx="2353172" cy="2431959"/>
          </a:xfrm>
          <a:custGeom>
            <a:avLst/>
            <a:gdLst>
              <a:gd name="connsiteX0" fmla="*/ 0 w 2353172"/>
              <a:gd name="connsiteY0" fmla="*/ 0 h 2431959"/>
              <a:gd name="connsiteX1" fmla="*/ 2353172 w 2353172"/>
              <a:gd name="connsiteY1" fmla="*/ 0 h 2431959"/>
              <a:gd name="connsiteX2" fmla="*/ 2353172 w 2353172"/>
              <a:gd name="connsiteY2" fmla="*/ 2431959 h 2431959"/>
              <a:gd name="connsiteX3" fmla="*/ 2352312 w 2353172"/>
              <a:gd name="connsiteY3" fmla="*/ 2431959 h 2431959"/>
              <a:gd name="connsiteX4" fmla="*/ 2340504 w 2353172"/>
              <a:gd name="connsiteY4" fmla="*/ 2198113 h 2431959"/>
              <a:gd name="connsiteX5" fmla="*/ 134816 w 2353172"/>
              <a:gd name="connsiteY5" fmla="*/ 6383 h 2431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53172" h="2431959">
                <a:moveTo>
                  <a:pt x="0" y="0"/>
                </a:moveTo>
                <a:lnTo>
                  <a:pt x="2353172" y="0"/>
                </a:lnTo>
                <a:lnTo>
                  <a:pt x="2353172" y="2431959"/>
                </a:lnTo>
                <a:lnTo>
                  <a:pt x="2352312" y="2431959"/>
                </a:lnTo>
                <a:lnTo>
                  <a:pt x="2340504" y="2198113"/>
                </a:lnTo>
                <a:cubicBezTo>
                  <a:pt x="2222700" y="1038123"/>
                  <a:pt x="1296917" y="116993"/>
                  <a:pt x="134816" y="6383"/>
                </a:cubicBezTo>
                <a:close/>
              </a:path>
            </a:pathLst>
          </a:custGeom>
          <a:solidFill>
            <a:schemeClr val="accent2">
              <a:lumMod val="7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Title 2">
            <a:extLst>
              <a:ext uri="{FF2B5EF4-FFF2-40B4-BE49-F238E27FC236}">
                <a16:creationId xmlns:a16="http://schemas.microsoft.com/office/drawing/2014/main" id="{64D9321D-79AC-AC52-77EE-48647BFA150F}"/>
              </a:ext>
            </a:extLst>
          </p:cNvPr>
          <p:cNvSpPr>
            <a:spLocks noGrp="1"/>
          </p:cNvSpPr>
          <p:nvPr>
            <p:ph type="title"/>
          </p:nvPr>
        </p:nvSpPr>
        <p:spPr>
          <a:xfrm>
            <a:off x="914400" y="510988"/>
            <a:ext cx="9344578" cy="1156448"/>
          </a:xfrm>
        </p:spPr>
        <p:txBody>
          <a:bodyPr vert="horz" lIns="91440" tIns="45720" rIns="91440" bIns="45720" rtlCol="0" anchor="ctr">
            <a:normAutofit/>
          </a:bodyPr>
          <a:lstStyle/>
          <a:p>
            <a:pPr>
              <a:lnSpc>
                <a:spcPct val="100000"/>
              </a:lnSpc>
            </a:pPr>
            <a:r>
              <a:rPr lang="en-US" sz="4000" dirty="0">
                <a:solidFill>
                  <a:srgbClr val="FFFFFF"/>
                </a:solidFill>
              </a:rPr>
              <a:t>Development Tools &amp; Language</a:t>
            </a:r>
          </a:p>
        </p:txBody>
      </p:sp>
      <p:sp>
        <p:nvSpPr>
          <p:cNvPr id="5" name="Content Placeholder 4">
            <a:extLst>
              <a:ext uri="{FF2B5EF4-FFF2-40B4-BE49-F238E27FC236}">
                <a16:creationId xmlns:a16="http://schemas.microsoft.com/office/drawing/2014/main" id="{F0B8AA87-ACD9-1978-6D0D-24BB242F7712}"/>
              </a:ext>
            </a:extLst>
          </p:cNvPr>
          <p:cNvSpPr>
            <a:spLocks noGrp="1"/>
          </p:cNvSpPr>
          <p:nvPr>
            <p:ph sz="quarter" idx="11"/>
          </p:nvPr>
        </p:nvSpPr>
        <p:spPr>
          <a:xfrm>
            <a:off x="914400" y="2593074"/>
            <a:ext cx="5589767" cy="3579126"/>
          </a:xfrm>
        </p:spPr>
        <p:txBody>
          <a:bodyPr vert="horz" lIns="91440" tIns="45720" rIns="91440" bIns="45720" rtlCol="0">
            <a:normAutofit/>
          </a:bodyPr>
          <a:lstStyle/>
          <a:p>
            <a:pPr>
              <a:buClr>
                <a:schemeClr val="accent5"/>
              </a:buClr>
            </a:pPr>
            <a:r>
              <a:rPr lang="en-US" dirty="0">
                <a:effectLst/>
              </a:rPr>
              <a:t>YOLOv5</a:t>
            </a:r>
          </a:p>
          <a:p>
            <a:pPr>
              <a:buClr>
                <a:schemeClr val="accent5"/>
              </a:buClr>
            </a:pPr>
            <a:r>
              <a:rPr lang="en-US" dirty="0"/>
              <a:t>Python</a:t>
            </a:r>
            <a:endParaRPr lang="en-US" dirty="0">
              <a:effectLst/>
            </a:endParaRPr>
          </a:p>
          <a:p>
            <a:pPr>
              <a:buClr>
                <a:schemeClr val="accent5"/>
              </a:buClr>
            </a:pPr>
            <a:r>
              <a:rPr lang="en-US" dirty="0">
                <a:effectLst/>
              </a:rPr>
              <a:t>Google </a:t>
            </a:r>
            <a:r>
              <a:rPr lang="en-US" dirty="0"/>
              <a:t>C</a:t>
            </a:r>
            <a:r>
              <a:rPr lang="en-US" dirty="0">
                <a:effectLst/>
              </a:rPr>
              <a:t>olab pro</a:t>
            </a:r>
          </a:p>
          <a:p>
            <a:pPr>
              <a:buClr>
                <a:schemeClr val="accent5"/>
              </a:buClr>
            </a:pPr>
            <a:r>
              <a:rPr lang="en-US" dirty="0"/>
              <a:t>Roboflow</a:t>
            </a:r>
            <a:endParaRPr lang="en-US" dirty="0">
              <a:effectLst/>
            </a:endParaRPr>
          </a:p>
          <a:p>
            <a:pPr>
              <a:buClr>
                <a:schemeClr val="accent5"/>
              </a:buClr>
            </a:pPr>
            <a:r>
              <a:rPr lang="en-US" dirty="0">
                <a:effectLst/>
              </a:rPr>
              <a:t>Text to Speech Engine</a:t>
            </a:r>
          </a:p>
          <a:p>
            <a:pPr>
              <a:buClr>
                <a:schemeClr val="accent5"/>
              </a:buClr>
            </a:pPr>
            <a:r>
              <a:rPr lang="en-US" dirty="0"/>
              <a:t>Visual Studio Code</a:t>
            </a:r>
          </a:p>
          <a:p>
            <a:pPr>
              <a:buClr>
                <a:schemeClr val="accent5"/>
              </a:buClr>
            </a:pPr>
            <a:r>
              <a:rPr lang="en-US" dirty="0"/>
              <a:t>Vosk(Speech Recognition Tool)</a:t>
            </a:r>
          </a:p>
        </p:txBody>
      </p:sp>
      <p:pic>
        <p:nvPicPr>
          <p:cNvPr id="9" name="Graphic 8" descr="Computer">
            <a:extLst>
              <a:ext uri="{FF2B5EF4-FFF2-40B4-BE49-F238E27FC236}">
                <a16:creationId xmlns:a16="http://schemas.microsoft.com/office/drawing/2014/main" id="{951104DB-6EA2-B243-BD9A-CCED09D0DD6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93712" y="2128964"/>
            <a:ext cx="3583888" cy="3583888"/>
          </a:xfrm>
          <a:prstGeom prst="rect">
            <a:avLst/>
          </a:prstGeom>
        </p:spPr>
      </p:pic>
      <p:sp>
        <p:nvSpPr>
          <p:cNvPr id="2" name="Slide Number Placeholder 1">
            <a:extLst>
              <a:ext uri="{FF2B5EF4-FFF2-40B4-BE49-F238E27FC236}">
                <a16:creationId xmlns:a16="http://schemas.microsoft.com/office/drawing/2014/main" id="{CD6EE69C-73C8-9D1D-8226-20354262527C}"/>
              </a:ext>
            </a:extLst>
          </p:cNvPr>
          <p:cNvSpPr>
            <a:spLocks noGrp="1"/>
          </p:cNvSpPr>
          <p:nvPr>
            <p:ph type="sldNum" sz="quarter" idx="4"/>
          </p:nvPr>
        </p:nvSpPr>
        <p:spPr>
          <a:xfrm>
            <a:off x="11391152" y="6434524"/>
            <a:ext cx="693261" cy="365125"/>
          </a:xfrm>
        </p:spPr>
        <p:txBody>
          <a:bodyPr vert="horz" lIns="91440" tIns="45720" rIns="91440" bIns="45720" rtlCol="0" anchor="ctr">
            <a:normAutofit/>
          </a:bodyPr>
          <a:lstStyle/>
          <a:p>
            <a:pPr algn="r">
              <a:lnSpc>
                <a:spcPct val="90000"/>
              </a:lnSpc>
              <a:spcAft>
                <a:spcPts val="600"/>
              </a:spcAft>
            </a:pPr>
            <a:fld id="{08AB70BE-1769-45B8-85A6-0C837432C7E6}" type="slidenum">
              <a:rPr lang="en-US" sz="1900">
                <a:solidFill>
                  <a:schemeClr val="accent2"/>
                </a:solidFill>
              </a:rPr>
              <a:pPr algn="r">
                <a:lnSpc>
                  <a:spcPct val="90000"/>
                </a:lnSpc>
                <a:spcAft>
                  <a:spcPts val="600"/>
                </a:spcAft>
              </a:pPr>
              <a:t>7</a:t>
            </a:fld>
            <a:endParaRPr lang="en-US" sz="1900">
              <a:solidFill>
                <a:schemeClr val="accent2"/>
              </a:solidFill>
            </a:endParaRPr>
          </a:p>
        </p:txBody>
      </p:sp>
    </p:spTree>
    <p:extLst>
      <p:ext uri="{BB962C8B-B14F-4D97-AF65-F5344CB8AC3E}">
        <p14:creationId xmlns:p14="http://schemas.microsoft.com/office/powerpoint/2010/main" val="5170680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EC8120-03A6-79A1-60C1-65C1DD28096D}"/>
              </a:ext>
            </a:extLst>
          </p:cNvPr>
          <p:cNvSpPr>
            <a:spLocks noGrp="1"/>
          </p:cNvSpPr>
          <p:nvPr>
            <p:ph type="title"/>
          </p:nvPr>
        </p:nvSpPr>
        <p:spPr>
          <a:xfrm>
            <a:off x="1371598" y="35474"/>
            <a:ext cx="9448803" cy="1743542"/>
          </a:xfrm>
        </p:spPr>
        <p:txBody>
          <a:bodyPr/>
          <a:lstStyle/>
          <a:p>
            <a:r>
              <a:rPr lang="es" dirty="0"/>
              <a:t>System Architecture</a:t>
            </a:r>
            <a:endParaRPr lang="en-US" dirty="0"/>
          </a:p>
        </p:txBody>
      </p:sp>
      <p:sp>
        <p:nvSpPr>
          <p:cNvPr id="3" name="Slide Number Placeholder 2">
            <a:extLst>
              <a:ext uri="{FF2B5EF4-FFF2-40B4-BE49-F238E27FC236}">
                <a16:creationId xmlns:a16="http://schemas.microsoft.com/office/drawing/2014/main" id="{342AD04E-B0C3-A19B-5DDC-ECB871A83850}"/>
              </a:ext>
            </a:extLst>
          </p:cNvPr>
          <p:cNvSpPr>
            <a:spLocks noGrp="1"/>
          </p:cNvSpPr>
          <p:nvPr>
            <p:ph type="sldNum" sz="quarter" idx="4"/>
          </p:nvPr>
        </p:nvSpPr>
        <p:spPr/>
        <p:txBody>
          <a:bodyPr/>
          <a:lstStyle/>
          <a:p>
            <a:fld id="{08AB70BE-1769-45B8-85A6-0C837432C7E6}" type="slidenum">
              <a:rPr lang="en-US" smtClean="0"/>
              <a:pPr/>
              <a:t>8</a:t>
            </a:fld>
            <a:endParaRPr lang="en-US" dirty="0"/>
          </a:p>
        </p:txBody>
      </p:sp>
      <p:sp>
        <p:nvSpPr>
          <p:cNvPr id="6" name="Table Placeholder 5">
            <a:extLst>
              <a:ext uri="{FF2B5EF4-FFF2-40B4-BE49-F238E27FC236}">
                <a16:creationId xmlns:a16="http://schemas.microsoft.com/office/drawing/2014/main" id="{AFFD82AE-B2CA-B835-A525-F3548772AAAB}"/>
              </a:ext>
            </a:extLst>
          </p:cNvPr>
          <p:cNvSpPr>
            <a:spLocks noGrp="1"/>
          </p:cNvSpPr>
          <p:nvPr>
            <p:ph type="tbl" sz="quarter" idx="10"/>
          </p:nvPr>
        </p:nvSpPr>
        <p:spPr>
          <a:xfrm>
            <a:off x="1737209" y="1779016"/>
            <a:ext cx="2726303" cy="619932"/>
          </a:xfrm>
        </p:spPr>
        <p:txBody>
          <a:bodyPr>
            <a:normAutofit fontScale="92500"/>
          </a:bodyPr>
          <a:lstStyle/>
          <a:p>
            <a:r>
              <a:rPr lang="en-US" sz="2400" dirty="0">
                <a:solidFill>
                  <a:schemeClr val="tx1"/>
                </a:solidFill>
                <a:latin typeface="+mj-lt"/>
              </a:rPr>
              <a:t>Use case diagram</a:t>
            </a:r>
          </a:p>
        </p:txBody>
      </p:sp>
      <p:pic>
        <p:nvPicPr>
          <p:cNvPr id="5" name="Picture 4">
            <a:extLst>
              <a:ext uri="{FF2B5EF4-FFF2-40B4-BE49-F238E27FC236}">
                <a16:creationId xmlns:a16="http://schemas.microsoft.com/office/drawing/2014/main" id="{CA41C4F1-4C2C-0142-4047-81D4970F4D0D}"/>
              </a:ext>
            </a:extLst>
          </p:cNvPr>
          <p:cNvPicPr>
            <a:picLocks noChangeAspect="1"/>
          </p:cNvPicPr>
          <p:nvPr/>
        </p:nvPicPr>
        <p:blipFill>
          <a:blip r:embed="rId3"/>
          <a:stretch>
            <a:fillRect/>
          </a:stretch>
        </p:blipFill>
        <p:spPr>
          <a:xfrm>
            <a:off x="4257238" y="1435151"/>
            <a:ext cx="7147642" cy="4765095"/>
          </a:xfrm>
          <a:prstGeom prst="rect">
            <a:avLst/>
          </a:prstGeom>
        </p:spPr>
      </p:pic>
    </p:spTree>
    <p:extLst>
      <p:ext uri="{BB962C8B-B14F-4D97-AF65-F5344CB8AC3E}">
        <p14:creationId xmlns:p14="http://schemas.microsoft.com/office/powerpoint/2010/main" val="16318046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96E01B-2B57-28FE-99DA-91305EBE76AB}"/>
              </a:ext>
            </a:extLst>
          </p:cNvPr>
          <p:cNvSpPr>
            <a:spLocks noGrp="1"/>
          </p:cNvSpPr>
          <p:nvPr>
            <p:ph idx="1"/>
          </p:nvPr>
        </p:nvSpPr>
        <p:spPr>
          <a:xfrm>
            <a:off x="1007390" y="400839"/>
            <a:ext cx="2820692" cy="716761"/>
          </a:xfrm>
        </p:spPr>
        <p:txBody>
          <a:bodyPr/>
          <a:lstStyle/>
          <a:p>
            <a:pPr marL="0" indent="0">
              <a:buNone/>
            </a:pPr>
            <a:r>
              <a:rPr lang="en-US" dirty="0">
                <a:latin typeface="+mj-lt"/>
              </a:rPr>
              <a:t>Sequence Diagram</a:t>
            </a:r>
          </a:p>
        </p:txBody>
      </p:sp>
      <p:sp>
        <p:nvSpPr>
          <p:cNvPr id="4" name="Slide Number Placeholder 3">
            <a:extLst>
              <a:ext uri="{FF2B5EF4-FFF2-40B4-BE49-F238E27FC236}">
                <a16:creationId xmlns:a16="http://schemas.microsoft.com/office/drawing/2014/main" id="{05D72C4E-A296-3250-9223-53BDE97AD2E5}"/>
              </a:ext>
            </a:extLst>
          </p:cNvPr>
          <p:cNvSpPr>
            <a:spLocks noGrp="1"/>
          </p:cNvSpPr>
          <p:nvPr>
            <p:ph type="sldNum" sz="quarter" idx="12"/>
          </p:nvPr>
        </p:nvSpPr>
        <p:spPr/>
        <p:txBody>
          <a:bodyPr/>
          <a:lstStyle/>
          <a:p>
            <a:fld id="{08AB70BE-1769-45B8-85A6-0C837432C7E6}" type="slidenum">
              <a:rPr lang="en-US" smtClean="0"/>
              <a:pPr/>
              <a:t>9</a:t>
            </a:fld>
            <a:endParaRPr lang="en-US" dirty="0"/>
          </a:p>
        </p:txBody>
      </p:sp>
      <p:pic>
        <p:nvPicPr>
          <p:cNvPr id="5" name="Picture 4" descr="A screen shot of a computer&#10;&#10;AI-generated content may be incorrect.">
            <a:extLst>
              <a:ext uri="{FF2B5EF4-FFF2-40B4-BE49-F238E27FC236}">
                <a16:creationId xmlns:a16="http://schemas.microsoft.com/office/drawing/2014/main" id="{C43DF15F-869A-5A16-4921-A579E41FDE36}"/>
              </a:ext>
            </a:extLst>
          </p:cNvPr>
          <p:cNvPicPr>
            <a:picLocks noChangeAspect="1"/>
          </p:cNvPicPr>
          <p:nvPr/>
        </p:nvPicPr>
        <p:blipFill>
          <a:blip r:embed="rId2"/>
          <a:stretch>
            <a:fillRect/>
          </a:stretch>
        </p:blipFill>
        <p:spPr>
          <a:xfrm>
            <a:off x="3805237" y="900112"/>
            <a:ext cx="4581525" cy="5057775"/>
          </a:xfrm>
          <a:prstGeom prst="rect">
            <a:avLst/>
          </a:prstGeom>
        </p:spPr>
      </p:pic>
    </p:spTree>
    <p:extLst>
      <p:ext uri="{BB962C8B-B14F-4D97-AF65-F5344CB8AC3E}">
        <p14:creationId xmlns:p14="http://schemas.microsoft.com/office/powerpoint/2010/main" val="14441553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73EF1E-52FA-FE4D-8100-137DBBEE27F5}"/>
              </a:ext>
            </a:extLst>
          </p:cNvPr>
          <p:cNvSpPr>
            <a:spLocks noGrp="1"/>
          </p:cNvSpPr>
          <p:nvPr>
            <p:ph type="title"/>
          </p:nvPr>
        </p:nvSpPr>
        <p:spPr>
          <a:xfrm>
            <a:off x="1365975" y="345440"/>
            <a:ext cx="9425955" cy="1232151"/>
          </a:xfrm>
        </p:spPr>
        <p:txBody>
          <a:bodyPr>
            <a:normAutofit/>
          </a:bodyPr>
          <a:lstStyle/>
          <a:p>
            <a:pPr algn="ctr"/>
            <a:r>
              <a:rPr lang="en-US" sz="2800" dirty="0"/>
              <a:t>Training yolov5 Model</a:t>
            </a:r>
          </a:p>
        </p:txBody>
      </p:sp>
      <p:sp>
        <p:nvSpPr>
          <p:cNvPr id="4" name="Slide Number Placeholder 3">
            <a:extLst>
              <a:ext uri="{FF2B5EF4-FFF2-40B4-BE49-F238E27FC236}">
                <a16:creationId xmlns:a16="http://schemas.microsoft.com/office/drawing/2014/main" id="{DAAD5A0D-6591-35FC-AF82-C3BCE0233601}"/>
              </a:ext>
            </a:extLst>
          </p:cNvPr>
          <p:cNvSpPr>
            <a:spLocks noGrp="1"/>
          </p:cNvSpPr>
          <p:nvPr>
            <p:ph type="sldNum" sz="quarter" idx="4"/>
          </p:nvPr>
        </p:nvSpPr>
        <p:spPr/>
        <p:txBody>
          <a:bodyPr/>
          <a:lstStyle/>
          <a:p>
            <a:fld id="{08AB70BE-1769-45B8-85A6-0C837432C7E6}" type="slidenum">
              <a:rPr lang="en-US" smtClean="0"/>
              <a:pPr/>
              <a:t>10</a:t>
            </a:fld>
            <a:endParaRPr lang="en-US" dirty="0"/>
          </a:p>
        </p:txBody>
      </p:sp>
      <p:pic>
        <p:nvPicPr>
          <p:cNvPr id="5" name="Picture 4">
            <a:extLst>
              <a:ext uri="{FF2B5EF4-FFF2-40B4-BE49-F238E27FC236}">
                <a16:creationId xmlns:a16="http://schemas.microsoft.com/office/drawing/2014/main" id="{32B1CA89-F4EC-47CA-E4AC-AB421615F020}"/>
              </a:ext>
            </a:extLst>
          </p:cNvPr>
          <p:cNvPicPr>
            <a:picLocks noChangeAspect="1"/>
          </p:cNvPicPr>
          <p:nvPr/>
        </p:nvPicPr>
        <p:blipFill>
          <a:blip r:embed="rId2"/>
          <a:stretch>
            <a:fillRect/>
          </a:stretch>
        </p:blipFill>
        <p:spPr>
          <a:xfrm>
            <a:off x="1400070" y="1394046"/>
            <a:ext cx="9497394" cy="4857257"/>
          </a:xfrm>
          <a:prstGeom prst="rect">
            <a:avLst/>
          </a:prstGeom>
        </p:spPr>
      </p:pic>
    </p:spTree>
    <p:extLst>
      <p:ext uri="{BB962C8B-B14F-4D97-AF65-F5344CB8AC3E}">
        <p14:creationId xmlns:p14="http://schemas.microsoft.com/office/powerpoint/2010/main" val="934868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A1B0E6-37C9-26AD-423D-D9987D896743}"/>
              </a:ext>
            </a:extLst>
          </p:cNvPr>
          <p:cNvSpPr>
            <a:spLocks noGrp="1"/>
          </p:cNvSpPr>
          <p:nvPr>
            <p:ph type="title"/>
          </p:nvPr>
        </p:nvSpPr>
        <p:spPr>
          <a:xfrm>
            <a:off x="1295637" y="124376"/>
            <a:ext cx="9448803" cy="1743542"/>
          </a:xfrm>
        </p:spPr>
        <p:txBody>
          <a:bodyPr/>
          <a:lstStyle/>
          <a:p>
            <a:pPr algn="ctr"/>
            <a:r>
              <a:rPr lang="en-US" dirty="0"/>
              <a:t>Testing the model</a:t>
            </a:r>
          </a:p>
        </p:txBody>
      </p:sp>
      <p:sp>
        <p:nvSpPr>
          <p:cNvPr id="4" name="Slide Number Placeholder 3">
            <a:extLst>
              <a:ext uri="{FF2B5EF4-FFF2-40B4-BE49-F238E27FC236}">
                <a16:creationId xmlns:a16="http://schemas.microsoft.com/office/drawing/2014/main" id="{B2DDB726-1188-72A7-A43F-AEE782B4E8D0}"/>
              </a:ext>
            </a:extLst>
          </p:cNvPr>
          <p:cNvSpPr>
            <a:spLocks noGrp="1"/>
          </p:cNvSpPr>
          <p:nvPr>
            <p:ph type="sldNum" sz="quarter" idx="4"/>
          </p:nvPr>
        </p:nvSpPr>
        <p:spPr/>
        <p:txBody>
          <a:bodyPr/>
          <a:lstStyle/>
          <a:p>
            <a:fld id="{08AB70BE-1769-45B8-85A6-0C837432C7E6}" type="slidenum">
              <a:rPr lang="en-US" smtClean="0"/>
              <a:pPr/>
              <a:t>11</a:t>
            </a:fld>
            <a:endParaRPr lang="en-US" dirty="0"/>
          </a:p>
        </p:txBody>
      </p:sp>
      <p:pic>
        <p:nvPicPr>
          <p:cNvPr id="8" name="Picture 7">
            <a:extLst>
              <a:ext uri="{FF2B5EF4-FFF2-40B4-BE49-F238E27FC236}">
                <a16:creationId xmlns:a16="http://schemas.microsoft.com/office/drawing/2014/main" id="{EB664591-BB2D-24C7-1699-B063992E8F55}"/>
              </a:ext>
            </a:extLst>
          </p:cNvPr>
          <p:cNvPicPr>
            <a:picLocks noChangeAspect="1"/>
          </p:cNvPicPr>
          <p:nvPr/>
        </p:nvPicPr>
        <p:blipFill>
          <a:blip r:embed="rId2"/>
          <a:stretch>
            <a:fillRect/>
          </a:stretch>
        </p:blipFill>
        <p:spPr>
          <a:xfrm>
            <a:off x="1245989" y="1688126"/>
            <a:ext cx="9699411" cy="4431323"/>
          </a:xfrm>
          <a:prstGeom prst="rect">
            <a:avLst/>
          </a:prstGeom>
        </p:spPr>
      </p:pic>
    </p:spTree>
    <p:extLst>
      <p:ext uri="{BB962C8B-B14F-4D97-AF65-F5344CB8AC3E}">
        <p14:creationId xmlns:p14="http://schemas.microsoft.com/office/powerpoint/2010/main" val="21647885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FA4BE0-9C60-87B6-BE5A-3477E1FBFE0B}"/>
              </a:ext>
            </a:extLst>
          </p:cNvPr>
          <p:cNvSpPr>
            <a:spLocks noGrp="1"/>
          </p:cNvSpPr>
          <p:nvPr>
            <p:ph type="title"/>
          </p:nvPr>
        </p:nvSpPr>
        <p:spPr/>
        <p:txBody>
          <a:bodyPr/>
          <a:lstStyle/>
          <a:p>
            <a:r>
              <a:rPr lang="en-US" dirty="0"/>
              <a:t>Results</a:t>
            </a:r>
          </a:p>
        </p:txBody>
      </p:sp>
      <p:sp>
        <p:nvSpPr>
          <p:cNvPr id="3" name="Slide Number Placeholder 2">
            <a:extLst>
              <a:ext uri="{FF2B5EF4-FFF2-40B4-BE49-F238E27FC236}">
                <a16:creationId xmlns:a16="http://schemas.microsoft.com/office/drawing/2014/main" id="{DBA78A83-DD89-8FDD-F214-92CCD6AEDC5D}"/>
              </a:ext>
            </a:extLst>
          </p:cNvPr>
          <p:cNvSpPr>
            <a:spLocks noGrp="1"/>
          </p:cNvSpPr>
          <p:nvPr>
            <p:ph type="sldNum" sz="quarter" idx="4"/>
          </p:nvPr>
        </p:nvSpPr>
        <p:spPr/>
        <p:txBody>
          <a:bodyPr/>
          <a:lstStyle/>
          <a:p>
            <a:fld id="{08AB70BE-1769-45B8-85A6-0C837432C7E6}" type="slidenum">
              <a:rPr lang="en-US" smtClean="0"/>
              <a:pPr/>
              <a:t>12</a:t>
            </a:fld>
            <a:endParaRPr lang="en-US" dirty="0"/>
          </a:p>
        </p:txBody>
      </p:sp>
    </p:spTree>
    <p:extLst>
      <p:ext uri="{BB962C8B-B14F-4D97-AF65-F5344CB8AC3E}">
        <p14:creationId xmlns:p14="http://schemas.microsoft.com/office/powerpoint/2010/main" val="1929121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CF4E45C-FB27-33ED-13BB-6ADFDE25DB97}"/>
              </a:ext>
            </a:extLst>
          </p:cNvPr>
          <p:cNvSpPr>
            <a:spLocks noGrp="1"/>
          </p:cNvSpPr>
          <p:nvPr>
            <p:ph type="sldNum" sz="quarter" idx="4"/>
          </p:nvPr>
        </p:nvSpPr>
        <p:spPr/>
        <p:txBody>
          <a:bodyPr/>
          <a:lstStyle/>
          <a:p>
            <a:fld id="{08AB70BE-1769-45B8-85A6-0C837432C7E6}" type="slidenum">
              <a:rPr lang="en-US" smtClean="0"/>
              <a:pPr/>
              <a:t>13</a:t>
            </a:fld>
            <a:endParaRPr lang="en-US" dirty="0"/>
          </a:p>
        </p:txBody>
      </p:sp>
      <p:pic>
        <p:nvPicPr>
          <p:cNvPr id="6" name="Picture 5" descr="A collage of money&#10;&#10;AI-generated content may be incorrect.">
            <a:extLst>
              <a:ext uri="{FF2B5EF4-FFF2-40B4-BE49-F238E27FC236}">
                <a16:creationId xmlns:a16="http://schemas.microsoft.com/office/drawing/2014/main" id="{56B43083-1634-266B-E2AF-EAC71E019F17}"/>
              </a:ext>
            </a:extLst>
          </p:cNvPr>
          <p:cNvPicPr>
            <a:picLocks noChangeAspect="1"/>
          </p:cNvPicPr>
          <p:nvPr/>
        </p:nvPicPr>
        <p:blipFill>
          <a:blip r:embed="rId2"/>
          <a:stretch>
            <a:fillRect/>
          </a:stretch>
        </p:blipFill>
        <p:spPr>
          <a:xfrm>
            <a:off x="1971153" y="582805"/>
            <a:ext cx="8720295" cy="5993841"/>
          </a:xfrm>
          <a:prstGeom prst="rect">
            <a:avLst/>
          </a:prstGeom>
        </p:spPr>
      </p:pic>
    </p:spTree>
    <p:extLst>
      <p:ext uri="{BB962C8B-B14F-4D97-AF65-F5344CB8AC3E}">
        <p14:creationId xmlns:p14="http://schemas.microsoft.com/office/powerpoint/2010/main" val="8825992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9EE4D-06D7-1775-2186-ECE21A080C2F}"/>
              </a:ext>
            </a:extLst>
          </p:cNvPr>
          <p:cNvSpPr>
            <a:spLocks noGrp="1"/>
          </p:cNvSpPr>
          <p:nvPr>
            <p:ph type="title"/>
          </p:nvPr>
        </p:nvSpPr>
        <p:spPr>
          <a:xfrm>
            <a:off x="1447797" y="106213"/>
            <a:ext cx="9448803" cy="1743542"/>
          </a:xfrm>
        </p:spPr>
        <p:txBody>
          <a:bodyPr>
            <a:normAutofit/>
          </a:bodyPr>
          <a:lstStyle/>
          <a:p>
            <a:pPr algn="ctr"/>
            <a:r>
              <a:rPr lang="en-US" sz="3200" dirty="0"/>
              <a:t>Accuracy of model</a:t>
            </a:r>
          </a:p>
        </p:txBody>
      </p:sp>
      <p:sp>
        <p:nvSpPr>
          <p:cNvPr id="4" name="Slide Number Placeholder 3">
            <a:extLst>
              <a:ext uri="{FF2B5EF4-FFF2-40B4-BE49-F238E27FC236}">
                <a16:creationId xmlns:a16="http://schemas.microsoft.com/office/drawing/2014/main" id="{63203194-C2DD-9FD5-A76C-89187804D2DC}"/>
              </a:ext>
            </a:extLst>
          </p:cNvPr>
          <p:cNvSpPr>
            <a:spLocks noGrp="1"/>
          </p:cNvSpPr>
          <p:nvPr>
            <p:ph type="sldNum" sz="quarter" idx="4"/>
          </p:nvPr>
        </p:nvSpPr>
        <p:spPr/>
        <p:txBody>
          <a:bodyPr/>
          <a:lstStyle/>
          <a:p>
            <a:fld id="{08AB70BE-1769-45B8-85A6-0C837432C7E6}" type="slidenum">
              <a:rPr lang="en-US" smtClean="0"/>
              <a:pPr/>
              <a:t>14</a:t>
            </a:fld>
            <a:endParaRPr lang="en-US" dirty="0"/>
          </a:p>
        </p:txBody>
      </p:sp>
      <p:pic>
        <p:nvPicPr>
          <p:cNvPr id="6" name="Picture 5" descr="A screenshot of a computer&#10;&#10;Description automatically generated">
            <a:extLst>
              <a:ext uri="{FF2B5EF4-FFF2-40B4-BE49-F238E27FC236}">
                <a16:creationId xmlns:a16="http://schemas.microsoft.com/office/drawing/2014/main" id="{5384E93C-3B70-EE7B-67A9-A27C1D25CEA9}"/>
              </a:ext>
            </a:extLst>
          </p:cNvPr>
          <p:cNvPicPr>
            <a:picLocks noChangeAspect="1"/>
          </p:cNvPicPr>
          <p:nvPr/>
        </p:nvPicPr>
        <p:blipFill>
          <a:blip r:embed="rId2"/>
          <a:stretch>
            <a:fillRect/>
          </a:stretch>
        </p:blipFill>
        <p:spPr>
          <a:xfrm>
            <a:off x="1646781" y="1496617"/>
            <a:ext cx="9448802" cy="5026807"/>
          </a:xfrm>
          <a:prstGeom prst="rect">
            <a:avLst/>
          </a:prstGeom>
        </p:spPr>
      </p:pic>
    </p:spTree>
    <p:extLst>
      <p:ext uri="{BB962C8B-B14F-4D97-AF65-F5344CB8AC3E}">
        <p14:creationId xmlns:p14="http://schemas.microsoft.com/office/powerpoint/2010/main" val="28191373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6C22205-2F6F-7D7E-7B35-2A8251FB054C}"/>
              </a:ext>
            </a:extLst>
          </p:cNvPr>
          <p:cNvSpPr>
            <a:spLocks noGrp="1"/>
          </p:cNvSpPr>
          <p:nvPr>
            <p:ph type="sldNum" sz="quarter" idx="4"/>
          </p:nvPr>
        </p:nvSpPr>
        <p:spPr/>
        <p:txBody>
          <a:bodyPr/>
          <a:lstStyle/>
          <a:p>
            <a:fld id="{08AB70BE-1769-45B8-85A6-0C837432C7E6}" type="slidenum">
              <a:rPr lang="en-US" smtClean="0"/>
              <a:pPr/>
              <a:t>15</a:t>
            </a:fld>
            <a:endParaRPr lang="en-US" dirty="0"/>
          </a:p>
        </p:txBody>
      </p:sp>
      <p:pic>
        <p:nvPicPr>
          <p:cNvPr id="3" name="Picture 2" descr="A graph of different colored lines&#10;&#10;AI-generated content may be incorrect.">
            <a:extLst>
              <a:ext uri="{FF2B5EF4-FFF2-40B4-BE49-F238E27FC236}">
                <a16:creationId xmlns:a16="http://schemas.microsoft.com/office/drawing/2014/main" id="{A807856A-1F50-11C6-CF46-8942659C4C17}"/>
              </a:ext>
            </a:extLst>
          </p:cNvPr>
          <p:cNvPicPr>
            <a:picLocks noChangeAspect="1"/>
          </p:cNvPicPr>
          <p:nvPr/>
        </p:nvPicPr>
        <p:blipFill>
          <a:blip r:embed="rId2"/>
          <a:stretch>
            <a:fillRect/>
          </a:stretch>
        </p:blipFill>
        <p:spPr>
          <a:xfrm>
            <a:off x="2341266" y="604297"/>
            <a:ext cx="8351654" cy="5567769"/>
          </a:xfrm>
          <a:prstGeom prst="rect">
            <a:avLst/>
          </a:prstGeom>
        </p:spPr>
      </p:pic>
    </p:spTree>
    <p:extLst>
      <p:ext uri="{BB962C8B-B14F-4D97-AF65-F5344CB8AC3E}">
        <p14:creationId xmlns:p14="http://schemas.microsoft.com/office/powerpoint/2010/main" val="4123905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ABA51-1E58-6540-883A-163EF551C9B0}"/>
              </a:ext>
            </a:extLst>
          </p:cNvPr>
          <p:cNvSpPr>
            <a:spLocks noGrp="1"/>
          </p:cNvSpPr>
          <p:nvPr>
            <p:ph type="title"/>
          </p:nvPr>
        </p:nvSpPr>
        <p:spPr>
          <a:xfrm>
            <a:off x="1371597" y="-142240"/>
            <a:ext cx="9448803" cy="1743542"/>
          </a:xfrm>
        </p:spPr>
        <p:txBody>
          <a:bodyPr>
            <a:normAutofit/>
          </a:bodyPr>
          <a:lstStyle/>
          <a:p>
            <a:pPr algn="ctr"/>
            <a:r>
              <a:rPr lang="en-US" sz="3200" dirty="0"/>
              <a:t>Testing model on currency note</a:t>
            </a:r>
          </a:p>
        </p:txBody>
      </p:sp>
      <p:sp>
        <p:nvSpPr>
          <p:cNvPr id="4" name="Slide Number Placeholder 3">
            <a:extLst>
              <a:ext uri="{FF2B5EF4-FFF2-40B4-BE49-F238E27FC236}">
                <a16:creationId xmlns:a16="http://schemas.microsoft.com/office/drawing/2014/main" id="{D3567FA4-9572-1CC5-457B-77C4568F77A7}"/>
              </a:ext>
            </a:extLst>
          </p:cNvPr>
          <p:cNvSpPr>
            <a:spLocks noGrp="1"/>
          </p:cNvSpPr>
          <p:nvPr>
            <p:ph type="sldNum" sz="quarter" idx="4"/>
          </p:nvPr>
        </p:nvSpPr>
        <p:spPr/>
        <p:txBody>
          <a:bodyPr/>
          <a:lstStyle/>
          <a:p>
            <a:fld id="{08AB70BE-1769-45B8-85A6-0C837432C7E6}" type="slidenum">
              <a:rPr lang="en-US" smtClean="0"/>
              <a:pPr/>
              <a:t>16</a:t>
            </a:fld>
            <a:endParaRPr lang="en-US" dirty="0"/>
          </a:p>
        </p:txBody>
      </p:sp>
      <p:pic>
        <p:nvPicPr>
          <p:cNvPr id="10" name="Picture 9" descr="A hand holding a currency note&#10;&#10;AI-generated content may be incorrect.">
            <a:extLst>
              <a:ext uri="{FF2B5EF4-FFF2-40B4-BE49-F238E27FC236}">
                <a16:creationId xmlns:a16="http://schemas.microsoft.com/office/drawing/2014/main" id="{BAE31058-EEC6-EDAD-272C-1C5B5BB8AE3D}"/>
              </a:ext>
            </a:extLst>
          </p:cNvPr>
          <p:cNvPicPr>
            <a:picLocks noChangeAspect="1"/>
          </p:cNvPicPr>
          <p:nvPr/>
        </p:nvPicPr>
        <p:blipFill>
          <a:blip r:embed="rId2"/>
          <a:stretch>
            <a:fillRect/>
          </a:stretch>
        </p:blipFill>
        <p:spPr>
          <a:xfrm>
            <a:off x="1758563" y="1148079"/>
            <a:ext cx="8674873" cy="5455919"/>
          </a:xfrm>
          <a:prstGeom prst="rect">
            <a:avLst/>
          </a:prstGeom>
        </p:spPr>
      </p:pic>
    </p:spTree>
    <p:extLst>
      <p:ext uri="{BB962C8B-B14F-4D97-AF65-F5344CB8AC3E}">
        <p14:creationId xmlns:p14="http://schemas.microsoft.com/office/powerpoint/2010/main" val="884971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FF99BA-6772-2545-3859-0CE50D7F8EE8}"/>
              </a:ext>
            </a:extLst>
          </p:cNvPr>
          <p:cNvSpPr>
            <a:spLocks noGrp="1"/>
          </p:cNvSpPr>
          <p:nvPr>
            <p:ph type="title"/>
          </p:nvPr>
        </p:nvSpPr>
        <p:spPr/>
        <p:txBody>
          <a:bodyPr>
            <a:normAutofit/>
          </a:bodyPr>
          <a:lstStyle/>
          <a:p>
            <a:pPr algn="ctr"/>
            <a:r>
              <a:rPr lang="en-US" sz="3200" dirty="0"/>
              <a:t>Testing model on random image</a:t>
            </a:r>
          </a:p>
        </p:txBody>
      </p:sp>
      <p:sp>
        <p:nvSpPr>
          <p:cNvPr id="4" name="Slide Number Placeholder 3">
            <a:extLst>
              <a:ext uri="{FF2B5EF4-FFF2-40B4-BE49-F238E27FC236}">
                <a16:creationId xmlns:a16="http://schemas.microsoft.com/office/drawing/2014/main" id="{DFCD7208-B72C-4A28-0D78-1DAF6AE909B5}"/>
              </a:ext>
            </a:extLst>
          </p:cNvPr>
          <p:cNvSpPr>
            <a:spLocks noGrp="1"/>
          </p:cNvSpPr>
          <p:nvPr>
            <p:ph type="sldNum" sz="quarter" idx="4"/>
          </p:nvPr>
        </p:nvSpPr>
        <p:spPr/>
        <p:txBody>
          <a:bodyPr/>
          <a:lstStyle/>
          <a:p>
            <a:fld id="{08AB70BE-1769-45B8-85A6-0C837432C7E6}" type="slidenum">
              <a:rPr lang="en-US" smtClean="0"/>
              <a:pPr/>
              <a:t>17</a:t>
            </a:fld>
            <a:endParaRPr lang="en-US" dirty="0"/>
          </a:p>
        </p:txBody>
      </p:sp>
      <p:pic>
        <p:nvPicPr>
          <p:cNvPr id="6" name="Picture 5" descr="A close up of a black can&#10;&#10;Description automatically generated">
            <a:extLst>
              <a:ext uri="{FF2B5EF4-FFF2-40B4-BE49-F238E27FC236}">
                <a16:creationId xmlns:a16="http://schemas.microsoft.com/office/drawing/2014/main" id="{14FC685F-CAA4-165C-84A6-64CB4E0DEFD2}"/>
              </a:ext>
            </a:extLst>
          </p:cNvPr>
          <p:cNvPicPr>
            <a:picLocks noChangeAspect="1"/>
          </p:cNvPicPr>
          <p:nvPr/>
        </p:nvPicPr>
        <p:blipFill>
          <a:blip r:embed="rId2"/>
          <a:stretch>
            <a:fillRect/>
          </a:stretch>
        </p:blipFill>
        <p:spPr>
          <a:xfrm>
            <a:off x="1744458" y="1716692"/>
            <a:ext cx="9448803" cy="4522989"/>
          </a:xfrm>
          <a:prstGeom prst="rect">
            <a:avLst/>
          </a:prstGeom>
        </p:spPr>
      </p:pic>
    </p:spTree>
    <p:extLst>
      <p:ext uri="{BB962C8B-B14F-4D97-AF65-F5344CB8AC3E}">
        <p14:creationId xmlns:p14="http://schemas.microsoft.com/office/powerpoint/2010/main" val="19691018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D99F2-2BA4-EE2F-4666-338DEEA5952A}"/>
              </a:ext>
            </a:extLst>
          </p:cNvPr>
          <p:cNvSpPr>
            <a:spLocks noGrp="1"/>
          </p:cNvSpPr>
          <p:nvPr>
            <p:ph type="title"/>
          </p:nvPr>
        </p:nvSpPr>
        <p:spPr/>
        <p:txBody>
          <a:bodyPr>
            <a:normAutofit/>
          </a:bodyPr>
          <a:lstStyle/>
          <a:p>
            <a:r>
              <a:rPr lang="en-US" sz="3600" dirty="0"/>
              <a:t>Future work</a:t>
            </a:r>
          </a:p>
        </p:txBody>
      </p:sp>
      <p:sp>
        <p:nvSpPr>
          <p:cNvPr id="3" name="Content Placeholder 2">
            <a:extLst>
              <a:ext uri="{FF2B5EF4-FFF2-40B4-BE49-F238E27FC236}">
                <a16:creationId xmlns:a16="http://schemas.microsoft.com/office/drawing/2014/main" id="{F9A90F04-9D90-29AD-59E1-D8E2B371F4C5}"/>
              </a:ext>
            </a:extLst>
          </p:cNvPr>
          <p:cNvSpPr>
            <a:spLocks noGrp="1"/>
          </p:cNvSpPr>
          <p:nvPr>
            <p:ph idx="1"/>
          </p:nvPr>
        </p:nvSpPr>
        <p:spPr/>
        <p:txBody>
          <a:bodyPr>
            <a:normAutofit/>
          </a:bodyPr>
          <a:lstStyle/>
          <a:p>
            <a:pPr marL="0" indent="0" algn="just">
              <a:buNone/>
            </a:pPr>
            <a:r>
              <a:rPr lang="en-US" sz="1800" dirty="0"/>
              <a:t>This project has great potential for future </a:t>
            </a:r>
            <a:r>
              <a:rPr lang="en-US" sz="1800" dirty="0">
                <a:solidFill>
                  <a:schemeClr val="tx1"/>
                </a:solidFill>
              </a:rPr>
              <a:t>enhancements and the incorporation of additional features. One possible extension is the capability to detect currency coins in addition to banknotes, including any newly issued currency. Another promising direction is to develop a cross-platform version of the application compatible with iOS &amp; android devices, thereby increasing accessibility and expanding the user base.</a:t>
            </a:r>
          </a:p>
        </p:txBody>
      </p:sp>
      <p:sp>
        <p:nvSpPr>
          <p:cNvPr id="4" name="Slide Number Placeholder 3">
            <a:extLst>
              <a:ext uri="{FF2B5EF4-FFF2-40B4-BE49-F238E27FC236}">
                <a16:creationId xmlns:a16="http://schemas.microsoft.com/office/drawing/2014/main" id="{F3C90F61-E842-06F2-1031-A7B6992A1CE9}"/>
              </a:ext>
            </a:extLst>
          </p:cNvPr>
          <p:cNvSpPr>
            <a:spLocks noGrp="1"/>
          </p:cNvSpPr>
          <p:nvPr>
            <p:ph type="sldNum" sz="quarter" idx="12"/>
          </p:nvPr>
        </p:nvSpPr>
        <p:spPr/>
        <p:txBody>
          <a:bodyPr/>
          <a:lstStyle/>
          <a:p>
            <a:fld id="{08AB70BE-1769-45B8-85A6-0C837432C7E6}" type="slidenum">
              <a:rPr lang="en-US" smtClean="0"/>
              <a:pPr/>
              <a:t>18</a:t>
            </a:fld>
            <a:endParaRPr lang="en-US" dirty="0"/>
          </a:p>
        </p:txBody>
      </p:sp>
    </p:spTree>
    <p:extLst>
      <p:ext uri="{BB962C8B-B14F-4D97-AF65-F5344CB8AC3E}">
        <p14:creationId xmlns:p14="http://schemas.microsoft.com/office/powerpoint/2010/main" val="2401136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7A08E557-10DB-421A-876E-1AE58F8E07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844703" y="3732560"/>
            <a:ext cx="3352193" cy="3125440"/>
          </a:xfrm>
          <a:custGeom>
            <a:avLst/>
            <a:gdLst>
              <a:gd name="connsiteX0" fmla="*/ 0 w 3352193"/>
              <a:gd name="connsiteY0" fmla="*/ 3125374 h 3125440"/>
              <a:gd name="connsiteX1" fmla="*/ 2579 w 3352193"/>
              <a:gd name="connsiteY1" fmla="*/ 3125440 h 3125440"/>
              <a:gd name="connsiteX2" fmla="*/ 0 w 3352193"/>
              <a:gd name="connsiteY2" fmla="*/ 3125440 h 3125440"/>
              <a:gd name="connsiteX3" fmla="*/ 3352193 w 3352193"/>
              <a:gd name="connsiteY3" fmla="*/ 0 h 3125440"/>
              <a:gd name="connsiteX4" fmla="*/ 3352193 w 3352193"/>
              <a:gd name="connsiteY4" fmla="*/ 3125440 h 3125440"/>
              <a:gd name="connsiteX5" fmla="*/ 2579 w 3352193"/>
              <a:gd name="connsiteY5" fmla="*/ 3125440 h 3125440"/>
              <a:gd name="connsiteX6" fmla="*/ 3348685 w 3352193"/>
              <a:gd name="connsiteY6" fmla="*/ 47035 h 3125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352193" h="3125440">
                <a:moveTo>
                  <a:pt x="0" y="3125374"/>
                </a:moveTo>
                <a:lnTo>
                  <a:pt x="2579" y="3125440"/>
                </a:lnTo>
                <a:lnTo>
                  <a:pt x="0" y="3125440"/>
                </a:lnTo>
                <a:close/>
                <a:moveTo>
                  <a:pt x="3352193" y="0"/>
                </a:moveTo>
                <a:lnTo>
                  <a:pt x="3352193" y="3125440"/>
                </a:lnTo>
                <a:lnTo>
                  <a:pt x="2579" y="3125440"/>
                </a:lnTo>
                <a:cubicBezTo>
                  <a:pt x="1744073" y="3125440"/>
                  <a:pt x="3176441" y="1776129"/>
                  <a:pt x="3348685" y="47035"/>
                </a:cubicBez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useBgFill="1">
        <p:nvSpPr>
          <p:cNvPr id="10" name="Rectangle 9">
            <a:extLst>
              <a:ext uri="{FF2B5EF4-FFF2-40B4-BE49-F238E27FC236}">
                <a16:creationId xmlns:a16="http://schemas.microsoft.com/office/drawing/2014/main" id="{C71F5A19-AFB8-4ED6-8F86-8FE92E25FD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95318C9-7067-4AF3-A9BC-F2C5E2B9E0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325211A9-2F99-4D0E-8058-8131DFD2DD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36620" y="0"/>
            <a:ext cx="4155380" cy="6858000"/>
          </a:xfrm>
          <a:custGeom>
            <a:avLst/>
            <a:gdLst>
              <a:gd name="connsiteX0" fmla="*/ 0 w 4155380"/>
              <a:gd name="connsiteY0" fmla="*/ 0 h 6858000"/>
              <a:gd name="connsiteX1" fmla="*/ 2340963 w 4155380"/>
              <a:gd name="connsiteY1" fmla="*/ 0 h 6858000"/>
              <a:gd name="connsiteX2" fmla="*/ 2588613 w 4155380"/>
              <a:gd name="connsiteY2" fmla="*/ 0 h 6858000"/>
              <a:gd name="connsiteX3" fmla="*/ 4155380 w 4155380"/>
              <a:gd name="connsiteY3" fmla="*/ 0 h 6858000"/>
              <a:gd name="connsiteX4" fmla="*/ 4155380 w 4155380"/>
              <a:gd name="connsiteY4" fmla="*/ 6858000 h 6858000"/>
              <a:gd name="connsiteX5" fmla="*/ 2588613 w 4155380"/>
              <a:gd name="connsiteY5" fmla="*/ 6858000 h 6858000"/>
              <a:gd name="connsiteX6" fmla="*/ 2340963 w 4155380"/>
              <a:gd name="connsiteY6" fmla="*/ 6858000 h 6858000"/>
              <a:gd name="connsiteX7" fmla="*/ 3834 w 4155380"/>
              <a:gd name="connsiteY7" fmla="*/ 6858000 h 6858000"/>
              <a:gd name="connsiteX8" fmla="*/ 11560 w 4155380"/>
              <a:gd name="connsiteY8" fmla="*/ 6852506 h 6858000"/>
              <a:gd name="connsiteX9" fmla="*/ 1727655 w 4155380"/>
              <a:gd name="connsiteY9" fmla="*/ 3429000 h 6858000"/>
              <a:gd name="connsiteX10" fmla="*/ 260951 w 4155380"/>
              <a:gd name="connsiteY10" fmla="*/ 20695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55380" h="6858000">
                <a:moveTo>
                  <a:pt x="0" y="0"/>
                </a:moveTo>
                <a:lnTo>
                  <a:pt x="2340963" y="0"/>
                </a:lnTo>
                <a:lnTo>
                  <a:pt x="2588613" y="0"/>
                </a:lnTo>
                <a:lnTo>
                  <a:pt x="4155380" y="0"/>
                </a:lnTo>
                <a:lnTo>
                  <a:pt x="4155380" y="6858000"/>
                </a:lnTo>
                <a:lnTo>
                  <a:pt x="2588613" y="6858000"/>
                </a:lnTo>
                <a:lnTo>
                  <a:pt x="2340963" y="6858000"/>
                </a:lnTo>
                <a:lnTo>
                  <a:pt x="3834" y="6858000"/>
                </a:lnTo>
                <a:lnTo>
                  <a:pt x="11560" y="6852506"/>
                </a:lnTo>
                <a:cubicBezTo>
                  <a:pt x="1053335" y="6073410"/>
                  <a:pt x="1727655" y="4829953"/>
                  <a:pt x="1727655" y="3429000"/>
                </a:cubicBezTo>
                <a:cubicBezTo>
                  <a:pt x="1727655" y="2143258"/>
                  <a:pt x="1159683" y="990172"/>
                  <a:pt x="260951" y="206956"/>
                </a:cubicBezTo>
                <a:close/>
              </a:path>
            </a:pathLst>
          </a:custGeom>
          <a:solidFill>
            <a:schemeClr val="accent2">
              <a:lumMod val="75000"/>
              <a:alpha val="7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F9AD755-CFBE-4D35-CC2A-21BDC4F3627E}"/>
              </a:ext>
            </a:extLst>
          </p:cNvPr>
          <p:cNvSpPr>
            <a:spLocks noGrp="1"/>
          </p:cNvSpPr>
          <p:nvPr>
            <p:ph type="title"/>
          </p:nvPr>
        </p:nvSpPr>
        <p:spPr>
          <a:xfrm>
            <a:off x="1219200" y="1009816"/>
            <a:ext cx="7873684" cy="3219282"/>
          </a:xfrm>
        </p:spPr>
        <p:txBody>
          <a:bodyPr vert="horz" lIns="91440" tIns="45720" rIns="91440" bIns="45720" rtlCol="0" anchor="b">
            <a:normAutofit/>
          </a:bodyPr>
          <a:lstStyle/>
          <a:p>
            <a:pPr>
              <a:lnSpc>
                <a:spcPct val="100000"/>
              </a:lnSpc>
            </a:pPr>
            <a:r>
              <a:rPr lang="en-US" sz="6600">
                <a:solidFill>
                  <a:srgbClr val="FFFFFF"/>
                </a:solidFill>
              </a:rPr>
              <a:t>Thanks</a:t>
            </a:r>
          </a:p>
        </p:txBody>
      </p:sp>
      <p:sp>
        <p:nvSpPr>
          <p:cNvPr id="16" name="Freeform: Shape 15">
            <a:extLst>
              <a:ext uri="{FF2B5EF4-FFF2-40B4-BE49-F238E27FC236}">
                <a16:creationId xmlns:a16="http://schemas.microsoft.com/office/drawing/2014/main" id="{3E9D310E-D6B4-4E05-9F42-0050361956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492930" y="4914898"/>
            <a:ext cx="9699071" cy="1943102"/>
          </a:xfrm>
          <a:custGeom>
            <a:avLst/>
            <a:gdLst>
              <a:gd name="connsiteX0" fmla="*/ 3712194 w 9699071"/>
              <a:gd name="connsiteY0" fmla="*/ 0 h 1943102"/>
              <a:gd name="connsiteX1" fmla="*/ 9699071 w 9699071"/>
              <a:gd name="connsiteY1" fmla="*/ 0 h 1943102"/>
              <a:gd name="connsiteX2" fmla="*/ 9699071 w 9699071"/>
              <a:gd name="connsiteY2" fmla="*/ 1943102 h 1943102"/>
              <a:gd name="connsiteX3" fmla="*/ 0 w 9699071"/>
              <a:gd name="connsiteY3" fmla="*/ 1943102 h 1943102"/>
              <a:gd name="connsiteX4" fmla="*/ 46998 w 9699071"/>
              <a:gd name="connsiteY4" fmla="*/ 1752976 h 1943102"/>
              <a:gd name="connsiteX5" fmla="*/ 2399230 w 9699071"/>
              <a:gd name="connsiteY5" fmla="*/ 1 h 1943102"/>
              <a:gd name="connsiteX6" fmla="*/ 2509819 w 9699071"/>
              <a:gd name="connsiteY6" fmla="*/ 2797 h 1943102"/>
              <a:gd name="connsiteX7" fmla="*/ 3712194 w 9699071"/>
              <a:gd name="connsiteY7" fmla="*/ 2797 h 1943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699071" h="1943102">
                <a:moveTo>
                  <a:pt x="3712194" y="0"/>
                </a:moveTo>
                <a:lnTo>
                  <a:pt x="9699071" y="0"/>
                </a:lnTo>
                <a:lnTo>
                  <a:pt x="9699071" y="1943102"/>
                </a:lnTo>
                <a:lnTo>
                  <a:pt x="0" y="1943102"/>
                </a:lnTo>
                <a:lnTo>
                  <a:pt x="46998" y="1752976"/>
                </a:lnTo>
                <a:cubicBezTo>
                  <a:pt x="348561" y="739254"/>
                  <a:pt x="1287565" y="1"/>
                  <a:pt x="2399230" y="1"/>
                </a:cubicBezTo>
                <a:lnTo>
                  <a:pt x="2509819" y="2797"/>
                </a:lnTo>
                <a:lnTo>
                  <a:pt x="3712194" y="2797"/>
                </a:lnTo>
                <a:close/>
              </a:path>
            </a:pathLst>
          </a:custGeom>
          <a:solidFill>
            <a:schemeClr val="accent2">
              <a:lumMod val="60000"/>
              <a:lumOff val="40000"/>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a:extLst>
              <a:ext uri="{FF2B5EF4-FFF2-40B4-BE49-F238E27FC236}">
                <a16:creationId xmlns:a16="http://schemas.microsoft.com/office/drawing/2014/main" id="{7FE33E78-CE7E-1FCB-17CD-FAD536E138A3}"/>
              </a:ext>
            </a:extLst>
          </p:cNvPr>
          <p:cNvSpPr>
            <a:spLocks noGrp="1"/>
          </p:cNvSpPr>
          <p:nvPr>
            <p:ph type="sldNum" sz="quarter" idx="12"/>
          </p:nvPr>
        </p:nvSpPr>
        <p:spPr>
          <a:xfrm>
            <a:off x="11391152" y="6433203"/>
            <a:ext cx="702781" cy="367842"/>
          </a:xfrm>
        </p:spPr>
        <p:txBody>
          <a:bodyPr vert="horz" lIns="91440" tIns="45720" rIns="91440" bIns="45720" rtlCol="0" anchor="ctr">
            <a:normAutofit/>
          </a:bodyPr>
          <a:lstStyle/>
          <a:p>
            <a:pPr>
              <a:lnSpc>
                <a:spcPct val="90000"/>
              </a:lnSpc>
              <a:spcAft>
                <a:spcPts val="600"/>
              </a:spcAft>
            </a:pPr>
            <a:fld id="{08AB70BE-1769-45B8-85A6-0C837432C7E6}" type="slidenum">
              <a:rPr lang="en-US" sz="1900" smtClean="0"/>
              <a:pPr>
                <a:lnSpc>
                  <a:spcPct val="90000"/>
                </a:lnSpc>
                <a:spcAft>
                  <a:spcPts val="600"/>
                </a:spcAft>
              </a:pPr>
              <a:t>19</a:t>
            </a:fld>
            <a:endParaRPr lang="en-US" sz="1900"/>
          </a:p>
        </p:txBody>
      </p:sp>
    </p:spTree>
    <p:extLst>
      <p:ext uri="{BB962C8B-B14F-4D97-AF65-F5344CB8AC3E}">
        <p14:creationId xmlns:p14="http://schemas.microsoft.com/office/powerpoint/2010/main" val="3202024144"/>
      </p:ext>
    </p:extLst>
  </p:cSld>
  <p:clrMapOvr>
    <a:masterClrMapping/>
  </p:clrMapOvr>
</p:sld>
</file>

<file path=ppt/theme/theme1.xml><?xml version="1.0" encoding="utf-8"?>
<a:theme xmlns:a="http://schemas.openxmlformats.org/drawingml/2006/main" name="ModOverlayVTI">
  <a:themeElements>
    <a:clrScheme name="Custom 50">
      <a:dk1>
        <a:sysClr val="windowText" lastClr="000000"/>
      </a:dk1>
      <a:lt1>
        <a:srgbClr val="F4F2EC"/>
      </a:lt1>
      <a:dk2>
        <a:srgbClr val="09283F"/>
      </a:dk2>
      <a:lt2>
        <a:srgbClr val="FFFFFF"/>
      </a:lt2>
      <a:accent1>
        <a:srgbClr val="3C9A8F"/>
      </a:accent1>
      <a:accent2>
        <a:srgbClr val="18818C"/>
      </a:accent2>
      <a:accent3>
        <a:srgbClr val="800A2F"/>
      </a:accent3>
      <a:accent4>
        <a:srgbClr val="F6635C"/>
      </a:accent4>
      <a:accent5>
        <a:srgbClr val="F48E7C"/>
      </a:accent5>
      <a:accent6>
        <a:srgbClr val="DA9D16"/>
      </a:accent6>
      <a:hlink>
        <a:srgbClr val="ED621D"/>
      </a:hlink>
      <a:folHlink>
        <a:srgbClr val="A18A6D"/>
      </a:folHlink>
    </a:clrScheme>
    <a:fontScheme name="Elephant Arial Nova Light">
      <a:majorFont>
        <a:latin typeface="Elephan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ModOverlayVTI" id="{85202D65-63D3-4793-A090-FA8DF18DC0BE}" vid="{91924FCD-E846-48AE-B233-F25A78D18B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C5C2001-E626-4890-B405-22B5BD1CB05A}">
  <ds:schemaRefs>
    <ds:schemaRef ds:uri="http://schemas.microsoft.com/sharepoint/v3/contenttype/forms"/>
  </ds:schemaRefs>
</ds:datastoreItem>
</file>

<file path=customXml/itemProps2.xml><?xml version="1.0" encoding="utf-8"?>
<ds:datastoreItem xmlns:ds="http://schemas.openxmlformats.org/officeDocument/2006/customXml" ds:itemID="{80D7C3E5-1734-4636-9EC5-AEB06BF1FB2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55453AF4-4FB0-4B39-9296-55DED383E9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{2A65A5F1-91F6-4E9F-BC29-0ED0DD31AA85}tf89118109_win32</Template>
  <TotalTime>9069</TotalTime>
  <Words>429</Words>
  <Application>Microsoft Office PowerPoint</Application>
  <PresentationFormat>Widescreen</PresentationFormat>
  <Paragraphs>70</Paragraphs>
  <Slides>19</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Arial Nova Light</vt:lpstr>
      <vt:lpstr>Calibri</vt:lpstr>
      <vt:lpstr>Elephant</vt:lpstr>
      <vt:lpstr>Symbol</vt:lpstr>
      <vt:lpstr>ModOverlayVTI</vt:lpstr>
      <vt:lpstr>Currency Note detection for Blind Assistance using DL Final Year  Project Presentation Department of Computer Science  Govt Ank Degree College Haripur  Presented By M.Adil Saeed (CS 21406) | Maalik Ashtar (CS 21418)</vt:lpstr>
      <vt:lpstr>Table of Content:</vt:lpstr>
      <vt:lpstr>Introduction</vt:lpstr>
      <vt:lpstr>Problem Statement</vt:lpstr>
      <vt:lpstr>Objectives</vt:lpstr>
      <vt:lpstr>Development Methodology</vt:lpstr>
      <vt:lpstr>Development Tools &amp; Language</vt:lpstr>
      <vt:lpstr>System Architecture</vt:lpstr>
      <vt:lpstr>PowerPoint Presentation</vt:lpstr>
      <vt:lpstr>Training yolov5 Model</vt:lpstr>
      <vt:lpstr>Testing the model</vt:lpstr>
      <vt:lpstr>Results</vt:lpstr>
      <vt:lpstr>PowerPoint Presentation</vt:lpstr>
      <vt:lpstr>Accuracy of model</vt:lpstr>
      <vt:lpstr>PowerPoint Presentation</vt:lpstr>
      <vt:lpstr>Testing model on currency note</vt:lpstr>
      <vt:lpstr>Testing model on random image</vt:lpstr>
      <vt:lpstr>Future work</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Mubbashar Baig S20-0248</dc:creator>
  <cp:lastModifiedBy>Muhammad Mubbashar Baig S20-0248</cp:lastModifiedBy>
  <cp:revision>127</cp:revision>
  <dcterms:created xsi:type="dcterms:W3CDTF">2024-11-08T16:44:51Z</dcterms:created>
  <dcterms:modified xsi:type="dcterms:W3CDTF">2025-05-12T17:57:40Z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